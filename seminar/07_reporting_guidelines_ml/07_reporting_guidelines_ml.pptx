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erverZoom="100000" showSpecialPlsOnTitleSld="0" strictFirstAndLastChars="0" saveSubsetFonts="1">
  <p:sldMasterIdLst>
    <p:sldMasterId id="2147483660" r:id="rId1"/>
  </p:sldMasterIdLst>
  <p:notesMasterIdLst>
    <p:notesMasterId r:id="rId25"/>
  </p:notesMasterIdLst>
  <p:sldIdLst>
    <p:sldId id="256" r:id="rId2"/>
    <p:sldId id="257" r:id="rId3"/>
    <p:sldId id="272" r:id="rId4"/>
    <p:sldId id="260" r:id="rId5"/>
    <p:sldId id="261" r:id="rId6"/>
    <p:sldId id="273" r:id="rId7"/>
    <p:sldId id="279" r:id="rId8"/>
    <p:sldId id="274" r:id="rId9"/>
    <p:sldId id="280" r:id="rId10"/>
    <p:sldId id="275" r:id="rId11"/>
    <p:sldId id="276" r:id="rId12"/>
    <p:sldId id="263" r:id="rId13"/>
    <p:sldId id="277" r:id="rId14"/>
    <p:sldId id="265" r:id="rId15"/>
    <p:sldId id="264" r:id="rId16"/>
    <p:sldId id="266" r:id="rId17"/>
    <p:sldId id="268" r:id="rId18"/>
    <p:sldId id="258" r:id="rId19"/>
    <p:sldId id="259" r:id="rId20"/>
    <p:sldId id="269" r:id="rId21"/>
    <p:sldId id="278" r:id="rId22"/>
    <p:sldId id="270" r:id="rId23"/>
    <p:sldId id="271" r:id="rId24"/>
  </p:sldIdLst>
  <p:sldSz cx="13433425" cy="7556500"/>
  <p:notesSz cx="6858000" cy="9144000"/>
  <p:defaultTextStyle>
    <a:defPPr>
      <a:defRPr lang="pl-PL"/>
    </a:defPPr>
    <a:lvl1pPr algn="l" rtl="0" eaLnBrk="0" fontAlgn="base" hangingPunct="0">
      <a:spcBef>
        <a:spcPct val="0"/>
      </a:spcBef>
      <a:spcAft>
        <a:spcPct val="0"/>
      </a:spcAft>
      <a:defRPr sz="2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vl2pPr marL="457200" algn="l" rtl="0" eaLnBrk="0" fontAlgn="base" hangingPunct="0">
      <a:spcBef>
        <a:spcPct val="0"/>
      </a:spcBef>
      <a:spcAft>
        <a:spcPct val="0"/>
      </a:spcAft>
      <a:defRPr sz="2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914400" algn="l" rtl="0" eaLnBrk="0" fontAlgn="base" hangingPunct="0">
      <a:spcBef>
        <a:spcPct val="0"/>
      </a:spcBef>
      <a:spcAft>
        <a:spcPct val="0"/>
      </a:spcAft>
      <a:defRPr sz="2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371600" algn="l" rtl="0" eaLnBrk="0" fontAlgn="base" hangingPunct="0">
      <a:spcBef>
        <a:spcPct val="0"/>
      </a:spcBef>
      <a:spcAft>
        <a:spcPct val="0"/>
      </a:spcAft>
      <a:defRPr sz="2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1828800" algn="l" rtl="0" eaLnBrk="0" fontAlgn="base" hangingPunct="0">
      <a:spcBef>
        <a:spcPct val="0"/>
      </a:spcBef>
      <a:spcAft>
        <a:spcPct val="0"/>
      </a:spcAft>
      <a:defRPr sz="2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2286000" algn="l" defTabSz="914400" rtl="0" eaLnBrk="1" latinLnBrk="0" hangingPunct="1">
      <a:defRPr sz="2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2743200" algn="l" defTabSz="914400" rtl="0" eaLnBrk="1" latinLnBrk="0" hangingPunct="1">
      <a:defRPr sz="2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3200400" algn="l" defTabSz="914400" rtl="0" eaLnBrk="1" latinLnBrk="0" hangingPunct="1">
      <a:defRPr sz="2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3657600" algn="l" defTabSz="914400" rtl="0" eaLnBrk="1" latinLnBrk="0" hangingPunct="1">
      <a:defRPr sz="2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p:defaultTextStyle>
  <p:extLst>
    <p:ext uri="{EFAFB233-063F-42B5-8137-9DF3F51BA10A}">
      <p15:sldGuideLst xmlns:p15="http://schemas.microsoft.com/office/powerpoint/2012/main">
        <p15:guide id="1" orient="horz" pos="2380">
          <p15:clr>
            <a:srgbClr val="A4A3A4"/>
          </p15:clr>
        </p15:guide>
        <p15:guide id="2" pos="423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017"/>
    <p:restoredTop sz="94835"/>
  </p:normalViewPr>
  <p:slideViewPr>
    <p:cSldViewPr>
      <p:cViewPr varScale="1">
        <p:scale>
          <a:sx n="190" d="100"/>
          <a:sy n="190" d="100"/>
        </p:scale>
        <p:origin x="3960" y="200"/>
      </p:cViewPr>
      <p:guideLst>
        <p:guide orient="horz" pos="2380"/>
        <p:guide pos="4231"/>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50" name="Rectangle 1">
            <a:extLst>
              <a:ext uri="{FF2B5EF4-FFF2-40B4-BE49-F238E27FC236}">
                <a16:creationId xmlns:a16="http://schemas.microsoft.com/office/drawing/2014/main" id="{177118E3-646D-339D-9E3E-77A4AC765C99}"/>
              </a:ext>
            </a:extLst>
          </p:cNvPr>
          <p:cNvSpPr>
            <a:spLocks noGrp="1" noRot="1" noChangeAspect="1"/>
          </p:cNvSpPr>
          <p:nvPr>
            <p:ph type="sldImg"/>
          </p:nvPr>
        </p:nvSpPr>
        <p:spPr bwMode="auto">
          <a:xfrm>
            <a:off x="382588" y="685800"/>
            <a:ext cx="6092825" cy="3429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pl-PL"/>
          </a:p>
        </p:txBody>
      </p:sp>
      <p:sp>
        <p:nvSpPr>
          <p:cNvPr id="2" name="Rectangle 2">
            <a:extLst>
              <a:ext uri="{FF2B5EF4-FFF2-40B4-BE49-F238E27FC236}">
                <a16:creationId xmlns:a16="http://schemas.microsoft.com/office/drawing/2014/main" id="{C8648E55-F42A-4966-8236-3D393F477ABB}"/>
              </a:ext>
            </a:extLst>
          </p:cNvPr>
          <p:cNvSpPr>
            <a:spLocks noGrp="1"/>
          </p:cNvSpPr>
          <p:nvPr>
            <p:ph type="body" sz="quarter" idx="1"/>
          </p:nvPr>
        </p:nvSpPr>
        <p:spPr bwMode="auto">
          <a:xfrm>
            <a:off x="914400" y="4343400"/>
            <a:ext cx="5029200" cy="411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1440" tIns="45720" rIns="91440" bIns="45720" numCol="1" anchor="t" anchorCtr="0" compatLnSpc="1">
            <a:prstTxWarp prst="textNoShape">
              <a:avLst/>
            </a:prstTxWarp>
          </a:bodyPr>
          <a:lstStyle/>
          <a:p>
            <a:pPr lvl="0"/>
            <a:r>
              <a:rPr lang="pl-PL" altLang="pl-PL" noProof="0">
                <a:sym typeface="Helvetica Neue" charset="0"/>
              </a:rPr>
              <a:t>Click to edit Master text styles</a:t>
            </a:r>
          </a:p>
          <a:p>
            <a:pPr lvl="1"/>
            <a:r>
              <a:rPr lang="pl-PL" altLang="pl-PL" noProof="0">
                <a:sym typeface="Helvetica Neue" charset="0"/>
              </a:rPr>
              <a:t>Second level</a:t>
            </a:r>
          </a:p>
          <a:p>
            <a:pPr lvl="2"/>
            <a:r>
              <a:rPr lang="pl-PL" altLang="pl-PL" noProof="0">
                <a:sym typeface="Helvetica Neue" charset="0"/>
              </a:rPr>
              <a:t>Third level</a:t>
            </a:r>
          </a:p>
          <a:p>
            <a:pPr lvl="3"/>
            <a:r>
              <a:rPr lang="pl-PL" altLang="pl-PL" noProof="0">
                <a:sym typeface="Helvetica Neue" charset="0"/>
              </a:rPr>
              <a:t>Fourth level</a:t>
            </a:r>
          </a:p>
          <a:p>
            <a:pPr lvl="4"/>
            <a:r>
              <a:rPr lang="pl-PL" altLang="pl-PL" noProof="0">
                <a:sym typeface="Helvetica Neue" charset="0"/>
              </a:rPr>
              <a:t>Fifth level</a:t>
            </a:r>
          </a:p>
        </p:txBody>
      </p:sp>
    </p:spTree>
  </p:cSld>
  <p:clrMap bg1="lt1" tx1="dk1" bg2="lt2" tx2="dk2" accent1="accent1" accent2="accent2" accent3="accent3" accent4="accent4" accent5="accent5" accent6="accent6" hlink="hlink" folHlink="folHlink"/>
  <p:notesStyle>
    <a:lvl1pPr algn="l" rtl="0" eaLnBrk="0" fontAlgn="base" hangingPunct="0">
      <a:spcBef>
        <a:spcPct val="0"/>
      </a:spcBef>
      <a:spcAft>
        <a:spcPct val="0"/>
      </a:spcAft>
      <a:defRPr kern="1200">
        <a:solidFill>
          <a:srgbClr val="000000"/>
        </a:solidFill>
        <a:latin typeface="Helvetica Neue" charset="0"/>
        <a:ea typeface="Helvetica Neue" charset="0"/>
        <a:cs typeface="Helvetica Neue" charset="0"/>
        <a:sym typeface="Helvetica Neue" panose="02000503000000020004" pitchFamily="2" charset="0"/>
      </a:defRPr>
    </a:lvl1pPr>
    <a:lvl2pPr indent="228600" algn="l" rtl="0" eaLnBrk="0" fontAlgn="base" hangingPunct="0">
      <a:spcBef>
        <a:spcPct val="0"/>
      </a:spcBef>
      <a:spcAft>
        <a:spcPct val="0"/>
      </a:spcAft>
      <a:defRPr kern="1200">
        <a:solidFill>
          <a:srgbClr val="000000"/>
        </a:solidFill>
        <a:latin typeface="Helvetica Neue" charset="0"/>
        <a:ea typeface="Helvetica Neue" charset="0"/>
        <a:cs typeface="Helvetica Neue" charset="0"/>
        <a:sym typeface="Helvetica Neue" panose="02000503000000020004" pitchFamily="2" charset="0"/>
      </a:defRPr>
    </a:lvl2pPr>
    <a:lvl3pPr indent="457200" algn="l" rtl="0" eaLnBrk="0" fontAlgn="base" hangingPunct="0">
      <a:spcBef>
        <a:spcPct val="0"/>
      </a:spcBef>
      <a:spcAft>
        <a:spcPct val="0"/>
      </a:spcAft>
      <a:defRPr kern="1200">
        <a:solidFill>
          <a:srgbClr val="000000"/>
        </a:solidFill>
        <a:latin typeface="Helvetica Neue" charset="0"/>
        <a:ea typeface="Helvetica Neue" charset="0"/>
        <a:cs typeface="Helvetica Neue" charset="0"/>
        <a:sym typeface="Helvetica Neue" panose="02000503000000020004" pitchFamily="2" charset="0"/>
      </a:defRPr>
    </a:lvl3pPr>
    <a:lvl4pPr indent="685800" algn="l" rtl="0" eaLnBrk="0" fontAlgn="base" hangingPunct="0">
      <a:spcBef>
        <a:spcPct val="0"/>
      </a:spcBef>
      <a:spcAft>
        <a:spcPct val="0"/>
      </a:spcAft>
      <a:defRPr kern="1200">
        <a:solidFill>
          <a:srgbClr val="000000"/>
        </a:solidFill>
        <a:latin typeface="Helvetica Neue" charset="0"/>
        <a:ea typeface="Helvetica Neue" charset="0"/>
        <a:cs typeface="Helvetica Neue" charset="0"/>
        <a:sym typeface="Helvetica Neue" panose="02000503000000020004" pitchFamily="2" charset="0"/>
      </a:defRPr>
    </a:lvl4pPr>
    <a:lvl5pPr indent="914400" algn="l" rtl="0" eaLnBrk="0" fontAlgn="base" hangingPunct="0">
      <a:spcBef>
        <a:spcPct val="0"/>
      </a:spcBef>
      <a:spcAft>
        <a:spcPct val="0"/>
      </a:spcAft>
      <a:defRPr kern="1200">
        <a:solidFill>
          <a:srgbClr val="000000"/>
        </a:solidFill>
        <a:latin typeface="Helvetica Neue" charset="0"/>
        <a:ea typeface="Helvetica Neue" charset="0"/>
        <a:cs typeface="Helvetica Neue" charset="0"/>
        <a:sym typeface="Helvetica Neue" panose="02000503000000020004" pitchFamily="2"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pl-PL" dirty="0"/>
          </a:p>
        </p:txBody>
      </p:sp>
    </p:spTree>
    <p:extLst>
      <p:ext uri="{BB962C8B-B14F-4D97-AF65-F5344CB8AC3E}">
        <p14:creationId xmlns:p14="http://schemas.microsoft.com/office/powerpoint/2010/main" val="204016754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pl-PL"/>
          </a:p>
        </p:txBody>
      </p:sp>
      <p:sp>
        <p:nvSpPr>
          <p:cNvPr id="3" name="Notes Placeholder 2"/>
          <p:cNvSpPr>
            <a:spLocks noGrp="1"/>
          </p:cNvSpPr>
          <p:nvPr>
            <p:ph type="body" idx="1"/>
          </p:nvPr>
        </p:nvSpPr>
        <p:spPr/>
        <p:txBody>
          <a:bodyPr/>
          <a:lstStyle/>
          <a:p>
            <a:endParaRPr lang="pl-PL" dirty="0"/>
          </a:p>
        </p:txBody>
      </p:sp>
    </p:spTree>
    <p:extLst>
      <p:ext uri="{BB962C8B-B14F-4D97-AF65-F5344CB8AC3E}">
        <p14:creationId xmlns:p14="http://schemas.microsoft.com/office/powerpoint/2010/main" val="293028739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pl-PL"/>
          </a:p>
        </p:txBody>
      </p:sp>
      <p:sp>
        <p:nvSpPr>
          <p:cNvPr id="3" name="Notes Placeholder 2"/>
          <p:cNvSpPr>
            <a:spLocks noGrp="1"/>
          </p:cNvSpPr>
          <p:nvPr>
            <p:ph type="body" idx="1"/>
          </p:nvPr>
        </p:nvSpPr>
        <p:spPr/>
        <p:txBody>
          <a:bodyPr/>
          <a:lstStyle/>
          <a:p>
            <a:endParaRPr lang="pl-PL" dirty="0"/>
          </a:p>
        </p:txBody>
      </p:sp>
    </p:spTree>
    <p:extLst>
      <p:ext uri="{BB962C8B-B14F-4D97-AF65-F5344CB8AC3E}">
        <p14:creationId xmlns:p14="http://schemas.microsoft.com/office/powerpoint/2010/main" val="343987584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ajd tytułowy">
    <p:spTree>
      <p:nvGrpSpPr>
        <p:cNvPr id="1" name=""/>
        <p:cNvGrpSpPr/>
        <p:nvPr/>
      </p:nvGrpSpPr>
      <p:grpSpPr>
        <a:xfrm>
          <a:off x="0" y="0"/>
          <a:ext cx="0" cy="0"/>
          <a:chOff x="0" y="0"/>
          <a:chExt cx="0" cy="0"/>
        </a:xfrm>
      </p:grpSpPr>
      <p:sp>
        <p:nvSpPr>
          <p:cNvPr id="2" name="Title 1"/>
          <p:cNvSpPr>
            <a:spLocks noGrp="1"/>
          </p:cNvSpPr>
          <p:nvPr>
            <p:ph type="ctrTitle"/>
          </p:nvPr>
        </p:nvSpPr>
        <p:spPr>
          <a:xfrm>
            <a:off x="1679178" y="1236678"/>
            <a:ext cx="10075069" cy="2630781"/>
          </a:xfrm>
        </p:spPr>
        <p:txBody>
          <a:bodyPr anchor="b"/>
          <a:lstStyle>
            <a:lvl1pPr algn="ctr">
              <a:defRPr sz="6611"/>
            </a:lvl1pPr>
          </a:lstStyle>
          <a:p>
            <a:r>
              <a:rPr lang="pl-PL"/>
              <a:t>Kliknij, aby edytować styl</a:t>
            </a:r>
            <a:endParaRPr lang="en-US" dirty="0"/>
          </a:p>
        </p:txBody>
      </p:sp>
      <p:sp>
        <p:nvSpPr>
          <p:cNvPr id="3" name="Subtitle 2"/>
          <p:cNvSpPr>
            <a:spLocks noGrp="1"/>
          </p:cNvSpPr>
          <p:nvPr>
            <p:ph type="subTitle" idx="1"/>
          </p:nvPr>
        </p:nvSpPr>
        <p:spPr>
          <a:xfrm>
            <a:off x="1679178" y="3968912"/>
            <a:ext cx="10075069" cy="1824404"/>
          </a:xfrm>
        </p:spPr>
        <p:txBody>
          <a:bodyPr/>
          <a:lstStyle>
            <a:lvl1pPr marL="0" indent="0" algn="ctr">
              <a:buNone/>
              <a:defRPr sz="2644"/>
            </a:lvl1pPr>
            <a:lvl2pPr marL="503743" indent="0" algn="ctr">
              <a:buNone/>
              <a:defRPr sz="2204"/>
            </a:lvl2pPr>
            <a:lvl3pPr marL="1007486" indent="0" algn="ctr">
              <a:buNone/>
              <a:defRPr sz="1983"/>
            </a:lvl3pPr>
            <a:lvl4pPr marL="1511229" indent="0" algn="ctr">
              <a:buNone/>
              <a:defRPr sz="1763"/>
            </a:lvl4pPr>
            <a:lvl5pPr marL="2014972" indent="0" algn="ctr">
              <a:buNone/>
              <a:defRPr sz="1763"/>
            </a:lvl5pPr>
            <a:lvl6pPr marL="2518715" indent="0" algn="ctr">
              <a:buNone/>
              <a:defRPr sz="1763"/>
            </a:lvl6pPr>
            <a:lvl7pPr marL="3022458" indent="0" algn="ctr">
              <a:buNone/>
              <a:defRPr sz="1763"/>
            </a:lvl7pPr>
            <a:lvl8pPr marL="3526201" indent="0" algn="ctr">
              <a:buNone/>
              <a:defRPr sz="1763"/>
            </a:lvl8pPr>
            <a:lvl9pPr marL="4029944" indent="0" algn="ctr">
              <a:buNone/>
              <a:defRPr sz="1763"/>
            </a:lvl9pPr>
          </a:lstStyle>
          <a:p>
            <a:r>
              <a:rPr lang="pl-PL"/>
              <a:t>Kliknij, aby edytować styl wzorca podtytułu</a:t>
            </a:r>
            <a:endParaRPr lang="en-US" dirty="0"/>
          </a:p>
        </p:txBody>
      </p:sp>
      <p:sp>
        <p:nvSpPr>
          <p:cNvPr id="4" name="Date Placeholder 3">
            <a:extLst>
              <a:ext uri="{FF2B5EF4-FFF2-40B4-BE49-F238E27FC236}">
                <a16:creationId xmlns:a16="http://schemas.microsoft.com/office/drawing/2014/main" id="{77271297-34B1-73E3-D680-02010F8E3F3C}"/>
              </a:ext>
            </a:extLst>
          </p:cNvPr>
          <p:cNvSpPr>
            <a:spLocks noGrp="1"/>
          </p:cNvSpPr>
          <p:nvPr>
            <p:ph type="dt" sz="half" idx="10"/>
          </p:nvPr>
        </p:nvSpPr>
        <p:spPr/>
        <p:txBody>
          <a:bodyPr/>
          <a:lstStyle>
            <a:lvl1pPr>
              <a:defRPr/>
            </a:lvl1pPr>
          </a:lstStyle>
          <a:p>
            <a:pPr>
              <a:defRPr/>
            </a:pPr>
            <a:fld id="{74EC6BD1-0C8C-F84B-B24E-E748ED660111}" type="datetime1">
              <a:rPr lang="en-US" smtClean="0"/>
              <a:t>11/30/25</a:t>
            </a:fld>
            <a:endParaRPr lang="en-US"/>
          </a:p>
        </p:txBody>
      </p:sp>
      <p:sp>
        <p:nvSpPr>
          <p:cNvPr id="5" name="Footer Placeholder 4">
            <a:extLst>
              <a:ext uri="{FF2B5EF4-FFF2-40B4-BE49-F238E27FC236}">
                <a16:creationId xmlns:a16="http://schemas.microsoft.com/office/drawing/2014/main" id="{07937731-0F91-A015-6E05-67AB20CDCF80}"/>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0D9848DA-4691-6A5E-7770-1347510C1981}"/>
              </a:ext>
            </a:extLst>
          </p:cNvPr>
          <p:cNvSpPr>
            <a:spLocks noGrp="1"/>
          </p:cNvSpPr>
          <p:nvPr>
            <p:ph type="sldNum" sz="quarter" idx="12"/>
          </p:nvPr>
        </p:nvSpPr>
        <p:spPr/>
        <p:txBody>
          <a:bodyPr/>
          <a:lstStyle>
            <a:lvl1pPr>
              <a:defRPr/>
            </a:lvl1pPr>
          </a:lstStyle>
          <a:p>
            <a:fld id="{43932D79-EE94-484C-A290-6F46C5A65967}" type="slidenum">
              <a:rPr lang="pl-PL" altLang="pl-PL"/>
              <a:pPr/>
              <a:t>‹#›</a:t>
            </a:fld>
            <a:endParaRPr lang="pl-PL" altLang="pl-PL"/>
          </a:p>
        </p:txBody>
      </p:sp>
    </p:spTree>
    <p:extLst>
      <p:ext uri="{BB962C8B-B14F-4D97-AF65-F5344CB8AC3E}">
        <p14:creationId xmlns:p14="http://schemas.microsoft.com/office/powerpoint/2010/main" val="24988544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ytuł i zawartość">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l-PL"/>
              <a:t>Kliknij, aby edytować styl</a:t>
            </a:r>
            <a:endParaRPr lang="en-US" dirty="0"/>
          </a:p>
        </p:txBody>
      </p:sp>
      <p:sp>
        <p:nvSpPr>
          <p:cNvPr id="3" name="Content Placeholder 2"/>
          <p:cNvSpPr>
            <a:spLocks noGrp="1"/>
          </p:cNvSpPr>
          <p:nvPr>
            <p:ph idx="1"/>
          </p:nvPr>
        </p:nvSpPr>
        <p:spPr/>
        <p:txBody>
          <a:body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endParaRPr lang="en-US" dirty="0"/>
          </a:p>
        </p:txBody>
      </p:sp>
      <p:sp>
        <p:nvSpPr>
          <p:cNvPr id="4" name="Date Placeholder 3">
            <a:extLst>
              <a:ext uri="{FF2B5EF4-FFF2-40B4-BE49-F238E27FC236}">
                <a16:creationId xmlns:a16="http://schemas.microsoft.com/office/drawing/2014/main" id="{AAE0E55D-DCDD-6AC4-7AF3-015378A58E0C}"/>
              </a:ext>
            </a:extLst>
          </p:cNvPr>
          <p:cNvSpPr>
            <a:spLocks noGrp="1"/>
          </p:cNvSpPr>
          <p:nvPr>
            <p:ph type="dt" sz="half" idx="10"/>
          </p:nvPr>
        </p:nvSpPr>
        <p:spPr/>
        <p:txBody>
          <a:bodyPr/>
          <a:lstStyle>
            <a:lvl1pPr>
              <a:defRPr/>
            </a:lvl1pPr>
          </a:lstStyle>
          <a:p>
            <a:pPr>
              <a:defRPr/>
            </a:pPr>
            <a:fld id="{AE05927F-45C6-244F-B864-105C640D375E}" type="datetime1">
              <a:rPr lang="en-US" smtClean="0"/>
              <a:t>11/30/25</a:t>
            </a:fld>
            <a:endParaRPr lang="en-US"/>
          </a:p>
        </p:txBody>
      </p:sp>
      <p:sp>
        <p:nvSpPr>
          <p:cNvPr id="5" name="Footer Placeholder 4">
            <a:extLst>
              <a:ext uri="{FF2B5EF4-FFF2-40B4-BE49-F238E27FC236}">
                <a16:creationId xmlns:a16="http://schemas.microsoft.com/office/drawing/2014/main" id="{B72E48A9-2554-14EB-CACE-262DE683C117}"/>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20B90D39-29A3-3833-50CE-E078FF72EA45}"/>
              </a:ext>
            </a:extLst>
          </p:cNvPr>
          <p:cNvSpPr>
            <a:spLocks noGrp="1"/>
          </p:cNvSpPr>
          <p:nvPr>
            <p:ph type="sldNum" sz="quarter" idx="12"/>
          </p:nvPr>
        </p:nvSpPr>
        <p:spPr/>
        <p:txBody>
          <a:bodyPr/>
          <a:lstStyle>
            <a:lvl1pPr>
              <a:defRPr/>
            </a:lvl1pPr>
          </a:lstStyle>
          <a:p>
            <a:fld id="{90FB5870-25E4-EC4F-9774-9C783410E192}" type="slidenum">
              <a:rPr lang="pl-PL" altLang="pl-PL"/>
              <a:pPr/>
              <a:t>‹#›</a:t>
            </a:fld>
            <a:endParaRPr lang="pl-PL" altLang="pl-PL"/>
          </a:p>
        </p:txBody>
      </p:sp>
    </p:spTree>
    <p:extLst>
      <p:ext uri="{BB962C8B-B14F-4D97-AF65-F5344CB8AC3E}">
        <p14:creationId xmlns:p14="http://schemas.microsoft.com/office/powerpoint/2010/main" val="30583895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Nagłówek sekcji">
    <p:spTree>
      <p:nvGrpSpPr>
        <p:cNvPr id="1" name=""/>
        <p:cNvGrpSpPr/>
        <p:nvPr/>
      </p:nvGrpSpPr>
      <p:grpSpPr>
        <a:xfrm>
          <a:off x="0" y="0"/>
          <a:ext cx="0" cy="0"/>
          <a:chOff x="0" y="0"/>
          <a:chExt cx="0" cy="0"/>
        </a:xfrm>
      </p:grpSpPr>
      <p:sp>
        <p:nvSpPr>
          <p:cNvPr id="2" name="Title 1"/>
          <p:cNvSpPr>
            <a:spLocks noGrp="1"/>
          </p:cNvSpPr>
          <p:nvPr>
            <p:ph type="title"/>
          </p:nvPr>
        </p:nvSpPr>
        <p:spPr>
          <a:xfrm>
            <a:off x="916551" y="1883878"/>
            <a:ext cx="11586329" cy="3143294"/>
          </a:xfrm>
        </p:spPr>
        <p:txBody>
          <a:bodyPr anchor="b"/>
          <a:lstStyle>
            <a:lvl1pPr>
              <a:defRPr sz="6611"/>
            </a:lvl1pPr>
          </a:lstStyle>
          <a:p>
            <a:r>
              <a:rPr lang="pl-PL"/>
              <a:t>Kliknij, aby edytować styl</a:t>
            </a:r>
            <a:endParaRPr lang="en-US" dirty="0"/>
          </a:p>
        </p:txBody>
      </p:sp>
      <p:sp>
        <p:nvSpPr>
          <p:cNvPr id="3" name="Text Placeholder 2"/>
          <p:cNvSpPr>
            <a:spLocks noGrp="1"/>
          </p:cNvSpPr>
          <p:nvPr>
            <p:ph type="body" idx="1"/>
          </p:nvPr>
        </p:nvSpPr>
        <p:spPr>
          <a:xfrm>
            <a:off x="916551" y="5056909"/>
            <a:ext cx="11586329" cy="1652984"/>
          </a:xfrm>
        </p:spPr>
        <p:txBody>
          <a:bodyPr/>
          <a:lstStyle>
            <a:lvl1pPr marL="0" indent="0">
              <a:buNone/>
              <a:defRPr sz="2644">
                <a:solidFill>
                  <a:schemeClr val="tx1">
                    <a:tint val="75000"/>
                  </a:schemeClr>
                </a:solidFill>
              </a:defRPr>
            </a:lvl1pPr>
            <a:lvl2pPr marL="503743" indent="0">
              <a:buNone/>
              <a:defRPr sz="2204">
                <a:solidFill>
                  <a:schemeClr val="tx1">
                    <a:tint val="75000"/>
                  </a:schemeClr>
                </a:solidFill>
              </a:defRPr>
            </a:lvl2pPr>
            <a:lvl3pPr marL="1007486" indent="0">
              <a:buNone/>
              <a:defRPr sz="1983">
                <a:solidFill>
                  <a:schemeClr val="tx1">
                    <a:tint val="75000"/>
                  </a:schemeClr>
                </a:solidFill>
              </a:defRPr>
            </a:lvl3pPr>
            <a:lvl4pPr marL="1511229" indent="0">
              <a:buNone/>
              <a:defRPr sz="1763">
                <a:solidFill>
                  <a:schemeClr val="tx1">
                    <a:tint val="75000"/>
                  </a:schemeClr>
                </a:solidFill>
              </a:defRPr>
            </a:lvl4pPr>
            <a:lvl5pPr marL="2014972" indent="0">
              <a:buNone/>
              <a:defRPr sz="1763">
                <a:solidFill>
                  <a:schemeClr val="tx1">
                    <a:tint val="75000"/>
                  </a:schemeClr>
                </a:solidFill>
              </a:defRPr>
            </a:lvl5pPr>
            <a:lvl6pPr marL="2518715" indent="0">
              <a:buNone/>
              <a:defRPr sz="1763">
                <a:solidFill>
                  <a:schemeClr val="tx1">
                    <a:tint val="75000"/>
                  </a:schemeClr>
                </a:solidFill>
              </a:defRPr>
            </a:lvl6pPr>
            <a:lvl7pPr marL="3022458" indent="0">
              <a:buNone/>
              <a:defRPr sz="1763">
                <a:solidFill>
                  <a:schemeClr val="tx1">
                    <a:tint val="75000"/>
                  </a:schemeClr>
                </a:solidFill>
              </a:defRPr>
            </a:lvl7pPr>
            <a:lvl8pPr marL="3526201" indent="0">
              <a:buNone/>
              <a:defRPr sz="1763">
                <a:solidFill>
                  <a:schemeClr val="tx1">
                    <a:tint val="75000"/>
                  </a:schemeClr>
                </a:solidFill>
              </a:defRPr>
            </a:lvl8pPr>
            <a:lvl9pPr marL="4029944" indent="0">
              <a:buNone/>
              <a:defRPr sz="1763">
                <a:solidFill>
                  <a:schemeClr val="tx1">
                    <a:tint val="75000"/>
                  </a:schemeClr>
                </a:solidFill>
              </a:defRPr>
            </a:lvl9pPr>
          </a:lstStyle>
          <a:p>
            <a:pPr lvl="0"/>
            <a:r>
              <a:rPr lang="pl-PL"/>
              <a:t>Kliknij, aby edytować style wzorca tekstu</a:t>
            </a:r>
          </a:p>
        </p:txBody>
      </p:sp>
      <p:sp>
        <p:nvSpPr>
          <p:cNvPr id="4" name="Date Placeholder 3">
            <a:extLst>
              <a:ext uri="{FF2B5EF4-FFF2-40B4-BE49-F238E27FC236}">
                <a16:creationId xmlns:a16="http://schemas.microsoft.com/office/drawing/2014/main" id="{A9297C91-5A0A-5DEE-83E6-573237E83622}"/>
              </a:ext>
            </a:extLst>
          </p:cNvPr>
          <p:cNvSpPr>
            <a:spLocks noGrp="1"/>
          </p:cNvSpPr>
          <p:nvPr>
            <p:ph type="dt" sz="half" idx="10"/>
          </p:nvPr>
        </p:nvSpPr>
        <p:spPr/>
        <p:txBody>
          <a:bodyPr/>
          <a:lstStyle>
            <a:lvl1pPr>
              <a:defRPr/>
            </a:lvl1pPr>
          </a:lstStyle>
          <a:p>
            <a:pPr>
              <a:defRPr/>
            </a:pPr>
            <a:fld id="{DAFF281C-7FCB-9F49-BCE2-FAC694C293FA}" type="datetime1">
              <a:rPr lang="en-US" smtClean="0"/>
              <a:t>11/30/25</a:t>
            </a:fld>
            <a:endParaRPr lang="en-US"/>
          </a:p>
        </p:txBody>
      </p:sp>
      <p:sp>
        <p:nvSpPr>
          <p:cNvPr id="5" name="Footer Placeholder 4">
            <a:extLst>
              <a:ext uri="{FF2B5EF4-FFF2-40B4-BE49-F238E27FC236}">
                <a16:creationId xmlns:a16="http://schemas.microsoft.com/office/drawing/2014/main" id="{CAAC344F-8F85-49B5-1E21-94242C8D2EA7}"/>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4AEC77E1-0D12-8E37-3274-321D223EF363}"/>
              </a:ext>
            </a:extLst>
          </p:cNvPr>
          <p:cNvSpPr>
            <a:spLocks noGrp="1"/>
          </p:cNvSpPr>
          <p:nvPr>
            <p:ph type="sldNum" sz="quarter" idx="12"/>
          </p:nvPr>
        </p:nvSpPr>
        <p:spPr/>
        <p:txBody>
          <a:bodyPr/>
          <a:lstStyle>
            <a:lvl1pPr>
              <a:defRPr/>
            </a:lvl1pPr>
          </a:lstStyle>
          <a:p>
            <a:fld id="{39E860E6-5B92-7A4D-B157-43423ED0B65A}" type="slidenum">
              <a:rPr lang="pl-PL" altLang="pl-PL"/>
              <a:pPr/>
              <a:t>‹#›</a:t>
            </a:fld>
            <a:endParaRPr lang="pl-PL" altLang="pl-PL"/>
          </a:p>
        </p:txBody>
      </p:sp>
    </p:spTree>
    <p:extLst>
      <p:ext uri="{BB962C8B-B14F-4D97-AF65-F5344CB8AC3E}">
        <p14:creationId xmlns:p14="http://schemas.microsoft.com/office/powerpoint/2010/main" val="36340942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wa elementy zawartości">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l-PL"/>
              <a:t>Kliknij, aby edytować styl</a:t>
            </a:r>
            <a:endParaRPr lang="en-US" dirty="0"/>
          </a:p>
        </p:txBody>
      </p:sp>
      <p:sp>
        <p:nvSpPr>
          <p:cNvPr id="3" name="Content Placeholder 2"/>
          <p:cNvSpPr>
            <a:spLocks noGrp="1"/>
          </p:cNvSpPr>
          <p:nvPr>
            <p:ph sz="half" idx="1"/>
          </p:nvPr>
        </p:nvSpPr>
        <p:spPr>
          <a:xfrm>
            <a:off x="923548" y="2011568"/>
            <a:ext cx="5709206" cy="4794530"/>
          </a:xfrm>
        </p:spPr>
        <p:txBody>
          <a:body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endParaRPr lang="en-US" dirty="0"/>
          </a:p>
        </p:txBody>
      </p:sp>
      <p:sp>
        <p:nvSpPr>
          <p:cNvPr id="4" name="Content Placeholder 3"/>
          <p:cNvSpPr>
            <a:spLocks noGrp="1"/>
          </p:cNvSpPr>
          <p:nvPr>
            <p:ph sz="half" idx="2"/>
          </p:nvPr>
        </p:nvSpPr>
        <p:spPr>
          <a:xfrm>
            <a:off x="6800671" y="2011568"/>
            <a:ext cx="5709206" cy="4794530"/>
          </a:xfrm>
        </p:spPr>
        <p:txBody>
          <a:body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endParaRPr lang="en-US" dirty="0"/>
          </a:p>
        </p:txBody>
      </p:sp>
      <p:sp>
        <p:nvSpPr>
          <p:cNvPr id="5" name="Date Placeholder 3">
            <a:extLst>
              <a:ext uri="{FF2B5EF4-FFF2-40B4-BE49-F238E27FC236}">
                <a16:creationId xmlns:a16="http://schemas.microsoft.com/office/drawing/2014/main" id="{018A2BCB-AB9E-AC66-ABEF-C128EC831C18}"/>
              </a:ext>
            </a:extLst>
          </p:cNvPr>
          <p:cNvSpPr>
            <a:spLocks noGrp="1"/>
          </p:cNvSpPr>
          <p:nvPr>
            <p:ph type="dt" sz="half" idx="10"/>
          </p:nvPr>
        </p:nvSpPr>
        <p:spPr/>
        <p:txBody>
          <a:bodyPr/>
          <a:lstStyle>
            <a:lvl1pPr>
              <a:defRPr/>
            </a:lvl1pPr>
          </a:lstStyle>
          <a:p>
            <a:pPr>
              <a:defRPr/>
            </a:pPr>
            <a:fld id="{19189D1C-26C3-5E47-A6FF-E9518BC7AA94}" type="datetime1">
              <a:rPr lang="en-US" smtClean="0"/>
              <a:t>11/30/25</a:t>
            </a:fld>
            <a:endParaRPr lang="en-US"/>
          </a:p>
        </p:txBody>
      </p:sp>
      <p:sp>
        <p:nvSpPr>
          <p:cNvPr id="6" name="Footer Placeholder 4">
            <a:extLst>
              <a:ext uri="{FF2B5EF4-FFF2-40B4-BE49-F238E27FC236}">
                <a16:creationId xmlns:a16="http://schemas.microsoft.com/office/drawing/2014/main" id="{9C009CB2-A602-9B59-09C1-8AC0FDC9519D}"/>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1D6AEBB6-DF26-5410-B246-18759BDD3479}"/>
              </a:ext>
            </a:extLst>
          </p:cNvPr>
          <p:cNvSpPr>
            <a:spLocks noGrp="1"/>
          </p:cNvSpPr>
          <p:nvPr>
            <p:ph type="sldNum" sz="quarter" idx="12"/>
          </p:nvPr>
        </p:nvSpPr>
        <p:spPr/>
        <p:txBody>
          <a:bodyPr/>
          <a:lstStyle>
            <a:lvl1pPr>
              <a:defRPr/>
            </a:lvl1pPr>
          </a:lstStyle>
          <a:p>
            <a:fld id="{9DD2003B-10DC-4846-AEB8-9A69F9F91F58}" type="slidenum">
              <a:rPr lang="pl-PL" altLang="pl-PL"/>
              <a:pPr/>
              <a:t>‹#›</a:t>
            </a:fld>
            <a:endParaRPr lang="pl-PL" altLang="pl-PL"/>
          </a:p>
        </p:txBody>
      </p:sp>
    </p:spTree>
    <p:extLst>
      <p:ext uri="{BB962C8B-B14F-4D97-AF65-F5344CB8AC3E}">
        <p14:creationId xmlns:p14="http://schemas.microsoft.com/office/powerpoint/2010/main" val="17014508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Porównanie">
    <p:spTree>
      <p:nvGrpSpPr>
        <p:cNvPr id="1" name=""/>
        <p:cNvGrpSpPr/>
        <p:nvPr/>
      </p:nvGrpSpPr>
      <p:grpSpPr>
        <a:xfrm>
          <a:off x="0" y="0"/>
          <a:ext cx="0" cy="0"/>
          <a:chOff x="0" y="0"/>
          <a:chExt cx="0" cy="0"/>
        </a:xfrm>
      </p:grpSpPr>
      <p:sp>
        <p:nvSpPr>
          <p:cNvPr id="2" name="Title 1"/>
          <p:cNvSpPr>
            <a:spLocks noGrp="1"/>
          </p:cNvSpPr>
          <p:nvPr>
            <p:ph type="title"/>
          </p:nvPr>
        </p:nvSpPr>
        <p:spPr>
          <a:xfrm>
            <a:off x="925298" y="402314"/>
            <a:ext cx="11586329" cy="1460574"/>
          </a:xfrm>
        </p:spPr>
        <p:txBody>
          <a:bodyPr/>
          <a:lstStyle/>
          <a:p>
            <a:r>
              <a:rPr lang="pl-PL"/>
              <a:t>Kliknij, aby edytować styl</a:t>
            </a:r>
            <a:endParaRPr lang="en-US" dirty="0"/>
          </a:p>
        </p:txBody>
      </p:sp>
      <p:sp>
        <p:nvSpPr>
          <p:cNvPr id="3" name="Text Placeholder 2"/>
          <p:cNvSpPr>
            <a:spLocks noGrp="1"/>
          </p:cNvSpPr>
          <p:nvPr>
            <p:ph type="body" idx="1"/>
          </p:nvPr>
        </p:nvSpPr>
        <p:spPr>
          <a:xfrm>
            <a:off x="925298" y="1852393"/>
            <a:ext cx="5682968" cy="907829"/>
          </a:xfrm>
        </p:spPr>
        <p:txBody>
          <a:bodyPr anchor="b"/>
          <a:lstStyle>
            <a:lvl1pPr marL="0" indent="0">
              <a:buNone/>
              <a:defRPr sz="2644" b="1"/>
            </a:lvl1pPr>
            <a:lvl2pPr marL="503743" indent="0">
              <a:buNone/>
              <a:defRPr sz="2204" b="1"/>
            </a:lvl2pPr>
            <a:lvl3pPr marL="1007486" indent="0">
              <a:buNone/>
              <a:defRPr sz="1983" b="1"/>
            </a:lvl3pPr>
            <a:lvl4pPr marL="1511229" indent="0">
              <a:buNone/>
              <a:defRPr sz="1763" b="1"/>
            </a:lvl4pPr>
            <a:lvl5pPr marL="2014972" indent="0">
              <a:buNone/>
              <a:defRPr sz="1763" b="1"/>
            </a:lvl5pPr>
            <a:lvl6pPr marL="2518715" indent="0">
              <a:buNone/>
              <a:defRPr sz="1763" b="1"/>
            </a:lvl6pPr>
            <a:lvl7pPr marL="3022458" indent="0">
              <a:buNone/>
              <a:defRPr sz="1763" b="1"/>
            </a:lvl7pPr>
            <a:lvl8pPr marL="3526201" indent="0">
              <a:buNone/>
              <a:defRPr sz="1763" b="1"/>
            </a:lvl8pPr>
            <a:lvl9pPr marL="4029944" indent="0">
              <a:buNone/>
              <a:defRPr sz="1763" b="1"/>
            </a:lvl9pPr>
          </a:lstStyle>
          <a:p>
            <a:pPr lvl="0"/>
            <a:r>
              <a:rPr lang="pl-PL"/>
              <a:t>Kliknij, aby edytować style wzorca tekstu</a:t>
            </a:r>
          </a:p>
        </p:txBody>
      </p:sp>
      <p:sp>
        <p:nvSpPr>
          <p:cNvPr id="4" name="Content Placeholder 3"/>
          <p:cNvSpPr>
            <a:spLocks noGrp="1"/>
          </p:cNvSpPr>
          <p:nvPr>
            <p:ph sz="half" idx="2"/>
          </p:nvPr>
        </p:nvSpPr>
        <p:spPr>
          <a:xfrm>
            <a:off x="925298" y="2760222"/>
            <a:ext cx="5682968" cy="4059870"/>
          </a:xfrm>
        </p:spPr>
        <p:txBody>
          <a:body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endParaRPr lang="en-US" dirty="0"/>
          </a:p>
        </p:txBody>
      </p:sp>
      <p:sp>
        <p:nvSpPr>
          <p:cNvPr id="5" name="Text Placeholder 4"/>
          <p:cNvSpPr>
            <a:spLocks noGrp="1"/>
          </p:cNvSpPr>
          <p:nvPr>
            <p:ph type="body" sz="quarter" idx="3"/>
          </p:nvPr>
        </p:nvSpPr>
        <p:spPr>
          <a:xfrm>
            <a:off x="6800672" y="1852393"/>
            <a:ext cx="5710955" cy="907829"/>
          </a:xfrm>
        </p:spPr>
        <p:txBody>
          <a:bodyPr anchor="b"/>
          <a:lstStyle>
            <a:lvl1pPr marL="0" indent="0">
              <a:buNone/>
              <a:defRPr sz="2644" b="1"/>
            </a:lvl1pPr>
            <a:lvl2pPr marL="503743" indent="0">
              <a:buNone/>
              <a:defRPr sz="2204" b="1"/>
            </a:lvl2pPr>
            <a:lvl3pPr marL="1007486" indent="0">
              <a:buNone/>
              <a:defRPr sz="1983" b="1"/>
            </a:lvl3pPr>
            <a:lvl4pPr marL="1511229" indent="0">
              <a:buNone/>
              <a:defRPr sz="1763" b="1"/>
            </a:lvl4pPr>
            <a:lvl5pPr marL="2014972" indent="0">
              <a:buNone/>
              <a:defRPr sz="1763" b="1"/>
            </a:lvl5pPr>
            <a:lvl6pPr marL="2518715" indent="0">
              <a:buNone/>
              <a:defRPr sz="1763" b="1"/>
            </a:lvl6pPr>
            <a:lvl7pPr marL="3022458" indent="0">
              <a:buNone/>
              <a:defRPr sz="1763" b="1"/>
            </a:lvl7pPr>
            <a:lvl8pPr marL="3526201" indent="0">
              <a:buNone/>
              <a:defRPr sz="1763" b="1"/>
            </a:lvl8pPr>
            <a:lvl9pPr marL="4029944" indent="0">
              <a:buNone/>
              <a:defRPr sz="1763" b="1"/>
            </a:lvl9pPr>
          </a:lstStyle>
          <a:p>
            <a:pPr lvl="0"/>
            <a:r>
              <a:rPr lang="pl-PL"/>
              <a:t>Kliknij, aby edytować style wzorca tekstu</a:t>
            </a:r>
          </a:p>
        </p:txBody>
      </p:sp>
      <p:sp>
        <p:nvSpPr>
          <p:cNvPr id="6" name="Content Placeholder 5"/>
          <p:cNvSpPr>
            <a:spLocks noGrp="1"/>
          </p:cNvSpPr>
          <p:nvPr>
            <p:ph sz="quarter" idx="4"/>
          </p:nvPr>
        </p:nvSpPr>
        <p:spPr>
          <a:xfrm>
            <a:off x="6800672" y="2760222"/>
            <a:ext cx="5710955" cy="4059870"/>
          </a:xfrm>
        </p:spPr>
        <p:txBody>
          <a:body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endParaRPr lang="en-US" dirty="0"/>
          </a:p>
        </p:txBody>
      </p:sp>
      <p:sp>
        <p:nvSpPr>
          <p:cNvPr id="7" name="Date Placeholder 3">
            <a:extLst>
              <a:ext uri="{FF2B5EF4-FFF2-40B4-BE49-F238E27FC236}">
                <a16:creationId xmlns:a16="http://schemas.microsoft.com/office/drawing/2014/main" id="{BAC41CAF-9B3A-20B8-7439-6695ACDDD5BB}"/>
              </a:ext>
            </a:extLst>
          </p:cNvPr>
          <p:cNvSpPr>
            <a:spLocks noGrp="1"/>
          </p:cNvSpPr>
          <p:nvPr>
            <p:ph type="dt" sz="half" idx="10"/>
          </p:nvPr>
        </p:nvSpPr>
        <p:spPr/>
        <p:txBody>
          <a:bodyPr/>
          <a:lstStyle>
            <a:lvl1pPr>
              <a:defRPr/>
            </a:lvl1pPr>
          </a:lstStyle>
          <a:p>
            <a:pPr>
              <a:defRPr/>
            </a:pPr>
            <a:fld id="{B39483F0-479C-F042-A7DF-081A6DBCDE88}" type="datetime1">
              <a:rPr lang="en-US" smtClean="0"/>
              <a:t>11/30/25</a:t>
            </a:fld>
            <a:endParaRPr lang="en-US"/>
          </a:p>
        </p:txBody>
      </p:sp>
      <p:sp>
        <p:nvSpPr>
          <p:cNvPr id="8" name="Footer Placeholder 4">
            <a:extLst>
              <a:ext uri="{FF2B5EF4-FFF2-40B4-BE49-F238E27FC236}">
                <a16:creationId xmlns:a16="http://schemas.microsoft.com/office/drawing/2014/main" id="{FC426D09-00B6-82B2-25AF-9A84FB3B5058}"/>
              </a:ext>
            </a:extLst>
          </p:cNvPr>
          <p:cNvSpPr>
            <a:spLocks noGrp="1"/>
          </p:cNvSpPr>
          <p:nvPr>
            <p:ph type="ftr" sz="quarter" idx="11"/>
          </p:nvPr>
        </p:nvSpPr>
        <p:spPr/>
        <p:txBody>
          <a:bodyPr/>
          <a:lstStyle>
            <a:lvl1pPr>
              <a:defRPr/>
            </a:lvl1pPr>
          </a:lstStyle>
          <a:p>
            <a:pPr>
              <a:defRPr/>
            </a:pPr>
            <a:endParaRPr lang="en-US"/>
          </a:p>
        </p:txBody>
      </p:sp>
      <p:sp>
        <p:nvSpPr>
          <p:cNvPr id="9" name="Slide Number Placeholder 5">
            <a:extLst>
              <a:ext uri="{FF2B5EF4-FFF2-40B4-BE49-F238E27FC236}">
                <a16:creationId xmlns:a16="http://schemas.microsoft.com/office/drawing/2014/main" id="{1B87660E-2F7E-24E3-6F50-6F97F7FABB07}"/>
              </a:ext>
            </a:extLst>
          </p:cNvPr>
          <p:cNvSpPr>
            <a:spLocks noGrp="1"/>
          </p:cNvSpPr>
          <p:nvPr>
            <p:ph type="sldNum" sz="quarter" idx="12"/>
          </p:nvPr>
        </p:nvSpPr>
        <p:spPr/>
        <p:txBody>
          <a:bodyPr/>
          <a:lstStyle>
            <a:lvl1pPr>
              <a:defRPr/>
            </a:lvl1pPr>
          </a:lstStyle>
          <a:p>
            <a:fld id="{A96D7ADC-E740-1248-85DE-4B0919DC46C2}" type="slidenum">
              <a:rPr lang="pl-PL" altLang="pl-PL"/>
              <a:pPr/>
              <a:t>‹#›</a:t>
            </a:fld>
            <a:endParaRPr lang="pl-PL" altLang="pl-PL"/>
          </a:p>
        </p:txBody>
      </p:sp>
    </p:spTree>
    <p:extLst>
      <p:ext uri="{BB962C8B-B14F-4D97-AF65-F5344CB8AC3E}">
        <p14:creationId xmlns:p14="http://schemas.microsoft.com/office/powerpoint/2010/main" val="18280159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ylko tytu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l-PL"/>
              <a:t>Kliknij, aby edytować styl</a:t>
            </a:r>
            <a:endParaRPr lang="en-US" dirty="0"/>
          </a:p>
        </p:txBody>
      </p:sp>
      <p:sp>
        <p:nvSpPr>
          <p:cNvPr id="3" name="Date Placeholder 3">
            <a:extLst>
              <a:ext uri="{FF2B5EF4-FFF2-40B4-BE49-F238E27FC236}">
                <a16:creationId xmlns:a16="http://schemas.microsoft.com/office/drawing/2014/main" id="{BFEA986F-60F5-4526-78AA-C9DCB9487C0B}"/>
              </a:ext>
            </a:extLst>
          </p:cNvPr>
          <p:cNvSpPr>
            <a:spLocks noGrp="1"/>
          </p:cNvSpPr>
          <p:nvPr>
            <p:ph type="dt" sz="half" idx="10"/>
          </p:nvPr>
        </p:nvSpPr>
        <p:spPr/>
        <p:txBody>
          <a:bodyPr/>
          <a:lstStyle>
            <a:lvl1pPr>
              <a:defRPr/>
            </a:lvl1pPr>
          </a:lstStyle>
          <a:p>
            <a:pPr>
              <a:defRPr/>
            </a:pPr>
            <a:fld id="{79B10DDC-D9DE-B842-8A33-F23A825D152D}" type="datetime1">
              <a:rPr lang="en-US" smtClean="0"/>
              <a:t>11/30/25</a:t>
            </a:fld>
            <a:endParaRPr lang="en-US"/>
          </a:p>
        </p:txBody>
      </p:sp>
      <p:sp>
        <p:nvSpPr>
          <p:cNvPr id="4" name="Footer Placeholder 4">
            <a:extLst>
              <a:ext uri="{FF2B5EF4-FFF2-40B4-BE49-F238E27FC236}">
                <a16:creationId xmlns:a16="http://schemas.microsoft.com/office/drawing/2014/main" id="{49384FCF-6B9E-ACE9-F179-3BC47C4F3405}"/>
              </a:ext>
            </a:extLst>
          </p:cNvPr>
          <p:cNvSpPr>
            <a:spLocks noGrp="1"/>
          </p:cNvSpPr>
          <p:nvPr>
            <p:ph type="ftr" sz="quarter" idx="11"/>
          </p:nvPr>
        </p:nvSpPr>
        <p:spPr/>
        <p:txBody>
          <a:bodyPr/>
          <a:lstStyle>
            <a:lvl1pPr>
              <a:defRPr/>
            </a:lvl1pPr>
          </a:lstStyle>
          <a:p>
            <a:pPr>
              <a:defRPr/>
            </a:pPr>
            <a:endParaRPr lang="en-US"/>
          </a:p>
        </p:txBody>
      </p:sp>
      <p:sp>
        <p:nvSpPr>
          <p:cNvPr id="5" name="Slide Number Placeholder 5">
            <a:extLst>
              <a:ext uri="{FF2B5EF4-FFF2-40B4-BE49-F238E27FC236}">
                <a16:creationId xmlns:a16="http://schemas.microsoft.com/office/drawing/2014/main" id="{6CE28EA7-403D-01F4-A16C-1791EFF0EC52}"/>
              </a:ext>
            </a:extLst>
          </p:cNvPr>
          <p:cNvSpPr>
            <a:spLocks noGrp="1"/>
          </p:cNvSpPr>
          <p:nvPr>
            <p:ph type="sldNum" sz="quarter" idx="12"/>
          </p:nvPr>
        </p:nvSpPr>
        <p:spPr/>
        <p:txBody>
          <a:bodyPr/>
          <a:lstStyle>
            <a:lvl1pPr>
              <a:defRPr/>
            </a:lvl1pPr>
          </a:lstStyle>
          <a:p>
            <a:fld id="{8601D670-3388-5B4C-8230-676FAB39366D}" type="slidenum">
              <a:rPr lang="pl-PL" altLang="pl-PL"/>
              <a:pPr/>
              <a:t>‹#›</a:t>
            </a:fld>
            <a:endParaRPr lang="pl-PL" altLang="pl-PL"/>
          </a:p>
        </p:txBody>
      </p:sp>
    </p:spTree>
    <p:extLst>
      <p:ext uri="{BB962C8B-B14F-4D97-AF65-F5344CB8AC3E}">
        <p14:creationId xmlns:p14="http://schemas.microsoft.com/office/powerpoint/2010/main" val="9152831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Pusty">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BB624C12-5F03-30C9-875B-E19DB4A54B44}"/>
              </a:ext>
            </a:extLst>
          </p:cNvPr>
          <p:cNvSpPr>
            <a:spLocks noGrp="1"/>
          </p:cNvSpPr>
          <p:nvPr>
            <p:ph type="dt" sz="half" idx="10"/>
          </p:nvPr>
        </p:nvSpPr>
        <p:spPr/>
        <p:txBody>
          <a:bodyPr/>
          <a:lstStyle>
            <a:lvl1pPr>
              <a:defRPr/>
            </a:lvl1pPr>
          </a:lstStyle>
          <a:p>
            <a:pPr>
              <a:defRPr/>
            </a:pPr>
            <a:fld id="{3228D37B-D987-0644-B8C1-FA53FF695CF8}" type="datetime1">
              <a:rPr lang="en-US" smtClean="0"/>
              <a:t>11/30/25</a:t>
            </a:fld>
            <a:endParaRPr lang="en-US"/>
          </a:p>
        </p:txBody>
      </p:sp>
      <p:sp>
        <p:nvSpPr>
          <p:cNvPr id="3" name="Footer Placeholder 4">
            <a:extLst>
              <a:ext uri="{FF2B5EF4-FFF2-40B4-BE49-F238E27FC236}">
                <a16:creationId xmlns:a16="http://schemas.microsoft.com/office/drawing/2014/main" id="{4FA93348-3360-1E8C-D945-430D2CA45BEA}"/>
              </a:ext>
            </a:extLst>
          </p:cNvPr>
          <p:cNvSpPr>
            <a:spLocks noGrp="1"/>
          </p:cNvSpPr>
          <p:nvPr>
            <p:ph type="ftr" sz="quarter" idx="11"/>
          </p:nvPr>
        </p:nvSpPr>
        <p:spPr/>
        <p:txBody>
          <a:bodyPr/>
          <a:lstStyle>
            <a:lvl1pPr>
              <a:defRPr/>
            </a:lvl1pPr>
          </a:lstStyle>
          <a:p>
            <a:pPr>
              <a:defRPr/>
            </a:pPr>
            <a:endParaRPr lang="en-US"/>
          </a:p>
        </p:txBody>
      </p:sp>
      <p:sp>
        <p:nvSpPr>
          <p:cNvPr id="4" name="Slide Number Placeholder 5">
            <a:extLst>
              <a:ext uri="{FF2B5EF4-FFF2-40B4-BE49-F238E27FC236}">
                <a16:creationId xmlns:a16="http://schemas.microsoft.com/office/drawing/2014/main" id="{12941613-153A-D1FA-FDD9-244802399C1B}"/>
              </a:ext>
            </a:extLst>
          </p:cNvPr>
          <p:cNvSpPr>
            <a:spLocks noGrp="1"/>
          </p:cNvSpPr>
          <p:nvPr>
            <p:ph type="sldNum" sz="quarter" idx="12"/>
          </p:nvPr>
        </p:nvSpPr>
        <p:spPr/>
        <p:txBody>
          <a:bodyPr/>
          <a:lstStyle>
            <a:lvl1pPr>
              <a:defRPr/>
            </a:lvl1pPr>
          </a:lstStyle>
          <a:p>
            <a:fld id="{6E05C914-BDD4-E54F-8AAE-6410AFA97B17}" type="slidenum">
              <a:rPr lang="pl-PL" altLang="pl-PL"/>
              <a:pPr/>
              <a:t>‹#›</a:t>
            </a:fld>
            <a:endParaRPr lang="pl-PL" altLang="pl-PL"/>
          </a:p>
        </p:txBody>
      </p:sp>
    </p:spTree>
    <p:extLst>
      <p:ext uri="{BB962C8B-B14F-4D97-AF65-F5344CB8AC3E}">
        <p14:creationId xmlns:p14="http://schemas.microsoft.com/office/powerpoint/2010/main" val="28340332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Zawartość z podpisem">
    <p:spTree>
      <p:nvGrpSpPr>
        <p:cNvPr id="1" name=""/>
        <p:cNvGrpSpPr/>
        <p:nvPr/>
      </p:nvGrpSpPr>
      <p:grpSpPr>
        <a:xfrm>
          <a:off x="0" y="0"/>
          <a:ext cx="0" cy="0"/>
          <a:chOff x="0" y="0"/>
          <a:chExt cx="0" cy="0"/>
        </a:xfrm>
      </p:grpSpPr>
      <p:sp>
        <p:nvSpPr>
          <p:cNvPr id="2" name="Title 1"/>
          <p:cNvSpPr>
            <a:spLocks noGrp="1"/>
          </p:cNvSpPr>
          <p:nvPr>
            <p:ph type="title"/>
          </p:nvPr>
        </p:nvSpPr>
        <p:spPr>
          <a:xfrm>
            <a:off x="925298" y="503767"/>
            <a:ext cx="4332629" cy="1763183"/>
          </a:xfrm>
        </p:spPr>
        <p:txBody>
          <a:bodyPr anchor="b"/>
          <a:lstStyle>
            <a:lvl1pPr>
              <a:defRPr sz="3526"/>
            </a:lvl1pPr>
          </a:lstStyle>
          <a:p>
            <a:r>
              <a:rPr lang="pl-PL"/>
              <a:t>Kliknij, aby edytować styl</a:t>
            </a:r>
            <a:endParaRPr lang="en-US" dirty="0"/>
          </a:p>
        </p:txBody>
      </p:sp>
      <p:sp>
        <p:nvSpPr>
          <p:cNvPr id="3" name="Content Placeholder 2"/>
          <p:cNvSpPr>
            <a:spLocks noGrp="1"/>
          </p:cNvSpPr>
          <p:nvPr>
            <p:ph idx="1"/>
          </p:nvPr>
        </p:nvSpPr>
        <p:spPr>
          <a:xfrm>
            <a:off x="5710956" y="1087996"/>
            <a:ext cx="6800671" cy="5370013"/>
          </a:xfrm>
        </p:spPr>
        <p:txBody>
          <a:bodyPr/>
          <a:lstStyle>
            <a:lvl1pPr>
              <a:defRPr sz="3526"/>
            </a:lvl1pPr>
            <a:lvl2pPr>
              <a:defRPr sz="3085"/>
            </a:lvl2pPr>
            <a:lvl3pPr>
              <a:defRPr sz="2644"/>
            </a:lvl3pPr>
            <a:lvl4pPr>
              <a:defRPr sz="2204"/>
            </a:lvl4pPr>
            <a:lvl5pPr>
              <a:defRPr sz="2204"/>
            </a:lvl5pPr>
            <a:lvl6pPr>
              <a:defRPr sz="2204"/>
            </a:lvl6pPr>
            <a:lvl7pPr>
              <a:defRPr sz="2204"/>
            </a:lvl7pPr>
            <a:lvl8pPr>
              <a:defRPr sz="2204"/>
            </a:lvl8pPr>
            <a:lvl9pPr>
              <a:defRPr sz="2204"/>
            </a:lvl9p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endParaRPr lang="en-US" dirty="0"/>
          </a:p>
        </p:txBody>
      </p:sp>
      <p:sp>
        <p:nvSpPr>
          <p:cNvPr id="4" name="Text Placeholder 3"/>
          <p:cNvSpPr>
            <a:spLocks noGrp="1"/>
          </p:cNvSpPr>
          <p:nvPr>
            <p:ph type="body" sz="half" idx="2"/>
          </p:nvPr>
        </p:nvSpPr>
        <p:spPr>
          <a:xfrm>
            <a:off x="925298" y="2266950"/>
            <a:ext cx="4332629" cy="4199805"/>
          </a:xfrm>
        </p:spPr>
        <p:txBody>
          <a:bodyPr/>
          <a:lstStyle>
            <a:lvl1pPr marL="0" indent="0">
              <a:buNone/>
              <a:defRPr sz="1763"/>
            </a:lvl1pPr>
            <a:lvl2pPr marL="503743" indent="0">
              <a:buNone/>
              <a:defRPr sz="1543"/>
            </a:lvl2pPr>
            <a:lvl3pPr marL="1007486" indent="0">
              <a:buNone/>
              <a:defRPr sz="1322"/>
            </a:lvl3pPr>
            <a:lvl4pPr marL="1511229" indent="0">
              <a:buNone/>
              <a:defRPr sz="1102"/>
            </a:lvl4pPr>
            <a:lvl5pPr marL="2014972" indent="0">
              <a:buNone/>
              <a:defRPr sz="1102"/>
            </a:lvl5pPr>
            <a:lvl6pPr marL="2518715" indent="0">
              <a:buNone/>
              <a:defRPr sz="1102"/>
            </a:lvl6pPr>
            <a:lvl7pPr marL="3022458" indent="0">
              <a:buNone/>
              <a:defRPr sz="1102"/>
            </a:lvl7pPr>
            <a:lvl8pPr marL="3526201" indent="0">
              <a:buNone/>
              <a:defRPr sz="1102"/>
            </a:lvl8pPr>
            <a:lvl9pPr marL="4029944" indent="0">
              <a:buNone/>
              <a:defRPr sz="1102"/>
            </a:lvl9pPr>
          </a:lstStyle>
          <a:p>
            <a:pPr lvl="0"/>
            <a:r>
              <a:rPr lang="pl-PL"/>
              <a:t>Kliknij, aby edytować style wzorca tekstu</a:t>
            </a:r>
          </a:p>
        </p:txBody>
      </p:sp>
      <p:sp>
        <p:nvSpPr>
          <p:cNvPr id="5" name="Date Placeholder 3">
            <a:extLst>
              <a:ext uri="{FF2B5EF4-FFF2-40B4-BE49-F238E27FC236}">
                <a16:creationId xmlns:a16="http://schemas.microsoft.com/office/drawing/2014/main" id="{30CC3BE7-CFF8-D34D-2576-D595164E3A99}"/>
              </a:ext>
            </a:extLst>
          </p:cNvPr>
          <p:cNvSpPr>
            <a:spLocks noGrp="1"/>
          </p:cNvSpPr>
          <p:nvPr>
            <p:ph type="dt" sz="half" idx="10"/>
          </p:nvPr>
        </p:nvSpPr>
        <p:spPr/>
        <p:txBody>
          <a:bodyPr/>
          <a:lstStyle>
            <a:lvl1pPr>
              <a:defRPr/>
            </a:lvl1pPr>
          </a:lstStyle>
          <a:p>
            <a:pPr>
              <a:defRPr/>
            </a:pPr>
            <a:fld id="{48030EE8-80E9-6740-A389-4FA4DFA11907}" type="datetime1">
              <a:rPr lang="en-US" smtClean="0"/>
              <a:t>11/30/25</a:t>
            </a:fld>
            <a:endParaRPr lang="en-US"/>
          </a:p>
        </p:txBody>
      </p:sp>
      <p:sp>
        <p:nvSpPr>
          <p:cNvPr id="6" name="Footer Placeholder 4">
            <a:extLst>
              <a:ext uri="{FF2B5EF4-FFF2-40B4-BE49-F238E27FC236}">
                <a16:creationId xmlns:a16="http://schemas.microsoft.com/office/drawing/2014/main" id="{255755CC-C420-9CD4-FBA8-B40FD6D5F51B}"/>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C6182241-9CEB-B6FC-024E-8F4A08B940CD}"/>
              </a:ext>
            </a:extLst>
          </p:cNvPr>
          <p:cNvSpPr>
            <a:spLocks noGrp="1"/>
          </p:cNvSpPr>
          <p:nvPr>
            <p:ph type="sldNum" sz="quarter" idx="12"/>
          </p:nvPr>
        </p:nvSpPr>
        <p:spPr/>
        <p:txBody>
          <a:bodyPr/>
          <a:lstStyle>
            <a:lvl1pPr>
              <a:defRPr/>
            </a:lvl1pPr>
          </a:lstStyle>
          <a:p>
            <a:fld id="{F1588460-E5B5-BF4A-96B0-53166084469F}" type="slidenum">
              <a:rPr lang="pl-PL" altLang="pl-PL"/>
              <a:pPr/>
              <a:t>‹#›</a:t>
            </a:fld>
            <a:endParaRPr lang="pl-PL" altLang="pl-PL"/>
          </a:p>
        </p:txBody>
      </p:sp>
    </p:spTree>
    <p:extLst>
      <p:ext uri="{BB962C8B-B14F-4D97-AF65-F5344CB8AC3E}">
        <p14:creationId xmlns:p14="http://schemas.microsoft.com/office/powerpoint/2010/main" val="4575026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Obraz z podpisem">
    <p:spTree>
      <p:nvGrpSpPr>
        <p:cNvPr id="1" name=""/>
        <p:cNvGrpSpPr/>
        <p:nvPr/>
      </p:nvGrpSpPr>
      <p:grpSpPr>
        <a:xfrm>
          <a:off x="0" y="0"/>
          <a:ext cx="0" cy="0"/>
          <a:chOff x="0" y="0"/>
          <a:chExt cx="0" cy="0"/>
        </a:xfrm>
      </p:grpSpPr>
      <p:sp>
        <p:nvSpPr>
          <p:cNvPr id="2" name="Title 1"/>
          <p:cNvSpPr>
            <a:spLocks noGrp="1"/>
          </p:cNvSpPr>
          <p:nvPr>
            <p:ph type="title"/>
          </p:nvPr>
        </p:nvSpPr>
        <p:spPr>
          <a:xfrm>
            <a:off x="925298" y="503767"/>
            <a:ext cx="4332629" cy="1763183"/>
          </a:xfrm>
        </p:spPr>
        <p:txBody>
          <a:bodyPr anchor="b"/>
          <a:lstStyle>
            <a:lvl1pPr>
              <a:defRPr sz="3526"/>
            </a:lvl1pPr>
          </a:lstStyle>
          <a:p>
            <a:r>
              <a:rPr lang="pl-PL"/>
              <a:t>Kliknij, aby edytować styl</a:t>
            </a:r>
            <a:endParaRPr lang="en-US" dirty="0"/>
          </a:p>
        </p:txBody>
      </p:sp>
      <p:sp>
        <p:nvSpPr>
          <p:cNvPr id="3" name="Picture Placeholder 2"/>
          <p:cNvSpPr>
            <a:spLocks noGrp="1" noChangeAspect="1"/>
          </p:cNvSpPr>
          <p:nvPr>
            <p:ph type="pic" idx="1"/>
          </p:nvPr>
        </p:nvSpPr>
        <p:spPr>
          <a:xfrm>
            <a:off x="5710956" y="1087996"/>
            <a:ext cx="6800671" cy="5370013"/>
          </a:xfrm>
        </p:spPr>
        <p:txBody>
          <a:bodyPr rtlCol="0">
            <a:normAutofit/>
          </a:bodyPr>
          <a:lstStyle>
            <a:lvl1pPr marL="0" indent="0">
              <a:buNone/>
              <a:defRPr sz="3526"/>
            </a:lvl1pPr>
            <a:lvl2pPr marL="503743" indent="0">
              <a:buNone/>
              <a:defRPr sz="3085"/>
            </a:lvl2pPr>
            <a:lvl3pPr marL="1007486" indent="0">
              <a:buNone/>
              <a:defRPr sz="2644"/>
            </a:lvl3pPr>
            <a:lvl4pPr marL="1511229" indent="0">
              <a:buNone/>
              <a:defRPr sz="2204"/>
            </a:lvl4pPr>
            <a:lvl5pPr marL="2014972" indent="0">
              <a:buNone/>
              <a:defRPr sz="2204"/>
            </a:lvl5pPr>
            <a:lvl6pPr marL="2518715" indent="0">
              <a:buNone/>
              <a:defRPr sz="2204"/>
            </a:lvl6pPr>
            <a:lvl7pPr marL="3022458" indent="0">
              <a:buNone/>
              <a:defRPr sz="2204"/>
            </a:lvl7pPr>
            <a:lvl8pPr marL="3526201" indent="0">
              <a:buNone/>
              <a:defRPr sz="2204"/>
            </a:lvl8pPr>
            <a:lvl9pPr marL="4029944" indent="0">
              <a:buNone/>
              <a:defRPr sz="2204"/>
            </a:lvl9pPr>
          </a:lstStyle>
          <a:p>
            <a:pPr lvl="0"/>
            <a:r>
              <a:rPr lang="pl-PL" noProof="0"/>
              <a:t>Kliknij ikonę, aby dodać obraz</a:t>
            </a:r>
            <a:endParaRPr lang="en-US" noProof="0" dirty="0"/>
          </a:p>
        </p:txBody>
      </p:sp>
      <p:sp>
        <p:nvSpPr>
          <p:cNvPr id="4" name="Text Placeholder 3"/>
          <p:cNvSpPr>
            <a:spLocks noGrp="1"/>
          </p:cNvSpPr>
          <p:nvPr>
            <p:ph type="body" sz="half" idx="2"/>
          </p:nvPr>
        </p:nvSpPr>
        <p:spPr>
          <a:xfrm>
            <a:off x="925298" y="2266950"/>
            <a:ext cx="4332629" cy="4199805"/>
          </a:xfrm>
        </p:spPr>
        <p:txBody>
          <a:bodyPr/>
          <a:lstStyle>
            <a:lvl1pPr marL="0" indent="0">
              <a:buNone/>
              <a:defRPr sz="1763"/>
            </a:lvl1pPr>
            <a:lvl2pPr marL="503743" indent="0">
              <a:buNone/>
              <a:defRPr sz="1543"/>
            </a:lvl2pPr>
            <a:lvl3pPr marL="1007486" indent="0">
              <a:buNone/>
              <a:defRPr sz="1322"/>
            </a:lvl3pPr>
            <a:lvl4pPr marL="1511229" indent="0">
              <a:buNone/>
              <a:defRPr sz="1102"/>
            </a:lvl4pPr>
            <a:lvl5pPr marL="2014972" indent="0">
              <a:buNone/>
              <a:defRPr sz="1102"/>
            </a:lvl5pPr>
            <a:lvl6pPr marL="2518715" indent="0">
              <a:buNone/>
              <a:defRPr sz="1102"/>
            </a:lvl6pPr>
            <a:lvl7pPr marL="3022458" indent="0">
              <a:buNone/>
              <a:defRPr sz="1102"/>
            </a:lvl7pPr>
            <a:lvl8pPr marL="3526201" indent="0">
              <a:buNone/>
              <a:defRPr sz="1102"/>
            </a:lvl8pPr>
            <a:lvl9pPr marL="4029944" indent="0">
              <a:buNone/>
              <a:defRPr sz="1102"/>
            </a:lvl9pPr>
          </a:lstStyle>
          <a:p>
            <a:pPr lvl="0"/>
            <a:r>
              <a:rPr lang="pl-PL"/>
              <a:t>Kliknij, aby edytować style wzorca tekstu</a:t>
            </a:r>
          </a:p>
        </p:txBody>
      </p:sp>
      <p:sp>
        <p:nvSpPr>
          <p:cNvPr id="5" name="Date Placeholder 3">
            <a:extLst>
              <a:ext uri="{FF2B5EF4-FFF2-40B4-BE49-F238E27FC236}">
                <a16:creationId xmlns:a16="http://schemas.microsoft.com/office/drawing/2014/main" id="{5FA3684D-2898-183F-E627-BBDAF3A5F4B5}"/>
              </a:ext>
            </a:extLst>
          </p:cNvPr>
          <p:cNvSpPr>
            <a:spLocks noGrp="1"/>
          </p:cNvSpPr>
          <p:nvPr>
            <p:ph type="dt" sz="half" idx="10"/>
          </p:nvPr>
        </p:nvSpPr>
        <p:spPr/>
        <p:txBody>
          <a:bodyPr/>
          <a:lstStyle>
            <a:lvl1pPr>
              <a:defRPr/>
            </a:lvl1pPr>
          </a:lstStyle>
          <a:p>
            <a:pPr>
              <a:defRPr/>
            </a:pPr>
            <a:fld id="{52894581-B7D8-6F4F-914B-1B73B2FBA4CA}" type="datetime1">
              <a:rPr lang="en-US" smtClean="0"/>
              <a:t>11/30/25</a:t>
            </a:fld>
            <a:endParaRPr lang="en-US"/>
          </a:p>
        </p:txBody>
      </p:sp>
      <p:sp>
        <p:nvSpPr>
          <p:cNvPr id="6" name="Footer Placeholder 4">
            <a:extLst>
              <a:ext uri="{FF2B5EF4-FFF2-40B4-BE49-F238E27FC236}">
                <a16:creationId xmlns:a16="http://schemas.microsoft.com/office/drawing/2014/main" id="{47C41E14-FF4E-3CAB-E45E-B221F8620526}"/>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12BA568B-9D65-5012-5779-474758E0CEB4}"/>
              </a:ext>
            </a:extLst>
          </p:cNvPr>
          <p:cNvSpPr>
            <a:spLocks noGrp="1"/>
          </p:cNvSpPr>
          <p:nvPr>
            <p:ph type="sldNum" sz="quarter" idx="12"/>
          </p:nvPr>
        </p:nvSpPr>
        <p:spPr/>
        <p:txBody>
          <a:bodyPr/>
          <a:lstStyle>
            <a:lvl1pPr>
              <a:defRPr/>
            </a:lvl1pPr>
          </a:lstStyle>
          <a:p>
            <a:fld id="{8E8C6AE2-AE47-E345-B9B9-99B80526C8BA}" type="slidenum">
              <a:rPr lang="pl-PL" altLang="pl-PL"/>
              <a:pPr/>
              <a:t>‹#›</a:t>
            </a:fld>
            <a:endParaRPr lang="pl-PL" altLang="pl-PL"/>
          </a:p>
        </p:txBody>
      </p:sp>
    </p:spTree>
    <p:extLst>
      <p:ext uri="{BB962C8B-B14F-4D97-AF65-F5344CB8AC3E}">
        <p14:creationId xmlns:p14="http://schemas.microsoft.com/office/powerpoint/2010/main" val="24673277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ytuł i tekst pionow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l-PL"/>
              <a:t>Kliknij, aby edytować styl</a:t>
            </a:r>
            <a:endParaRPr lang="en-US" dirty="0"/>
          </a:p>
        </p:txBody>
      </p:sp>
      <p:sp>
        <p:nvSpPr>
          <p:cNvPr id="3" name="Vertical Text Placeholder 2"/>
          <p:cNvSpPr>
            <a:spLocks noGrp="1"/>
          </p:cNvSpPr>
          <p:nvPr>
            <p:ph type="body" orient="vert" idx="1"/>
          </p:nvPr>
        </p:nvSpPr>
        <p:spPr/>
        <p:txBody>
          <a:bodyPr vert="eaVert"/>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endParaRPr lang="en-US" dirty="0"/>
          </a:p>
        </p:txBody>
      </p:sp>
      <p:sp>
        <p:nvSpPr>
          <p:cNvPr id="4" name="Date Placeholder 3">
            <a:extLst>
              <a:ext uri="{FF2B5EF4-FFF2-40B4-BE49-F238E27FC236}">
                <a16:creationId xmlns:a16="http://schemas.microsoft.com/office/drawing/2014/main" id="{23928307-2145-6F9C-18BB-F9217A611371}"/>
              </a:ext>
            </a:extLst>
          </p:cNvPr>
          <p:cNvSpPr>
            <a:spLocks noGrp="1"/>
          </p:cNvSpPr>
          <p:nvPr>
            <p:ph type="dt" sz="half" idx="10"/>
          </p:nvPr>
        </p:nvSpPr>
        <p:spPr/>
        <p:txBody>
          <a:bodyPr/>
          <a:lstStyle>
            <a:lvl1pPr>
              <a:defRPr/>
            </a:lvl1pPr>
          </a:lstStyle>
          <a:p>
            <a:pPr>
              <a:defRPr/>
            </a:pPr>
            <a:fld id="{80C4AE1B-A79D-344F-859A-27E8A2F9AF31}" type="datetime1">
              <a:rPr lang="en-US" smtClean="0"/>
              <a:t>11/30/25</a:t>
            </a:fld>
            <a:endParaRPr lang="en-US"/>
          </a:p>
        </p:txBody>
      </p:sp>
      <p:sp>
        <p:nvSpPr>
          <p:cNvPr id="5" name="Footer Placeholder 4">
            <a:extLst>
              <a:ext uri="{FF2B5EF4-FFF2-40B4-BE49-F238E27FC236}">
                <a16:creationId xmlns:a16="http://schemas.microsoft.com/office/drawing/2014/main" id="{23441869-DCAF-C876-EF37-8E96222C7159}"/>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62D10E74-413F-F93A-25FB-1A4BD13B943E}"/>
              </a:ext>
            </a:extLst>
          </p:cNvPr>
          <p:cNvSpPr>
            <a:spLocks noGrp="1"/>
          </p:cNvSpPr>
          <p:nvPr>
            <p:ph type="sldNum" sz="quarter" idx="12"/>
          </p:nvPr>
        </p:nvSpPr>
        <p:spPr/>
        <p:txBody>
          <a:bodyPr/>
          <a:lstStyle>
            <a:lvl1pPr>
              <a:defRPr/>
            </a:lvl1pPr>
          </a:lstStyle>
          <a:p>
            <a:fld id="{2BBB050F-735A-2D48-9271-2CF33E0D1BC0}" type="slidenum">
              <a:rPr lang="pl-PL" altLang="pl-PL"/>
              <a:pPr/>
              <a:t>‹#›</a:t>
            </a:fld>
            <a:endParaRPr lang="pl-PL" altLang="pl-PL"/>
          </a:p>
        </p:txBody>
      </p:sp>
    </p:spTree>
    <p:extLst>
      <p:ext uri="{BB962C8B-B14F-4D97-AF65-F5344CB8AC3E}">
        <p14:creationId xmlns:p14="http://schemas.microsoft.com/office/powerpoint/2010/main" val="28174090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ytuł pionowy i teks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613295" y="402314"/>
            <a:ext cx="2896582" cy="6403784"/>
          </a:xfrm>
        </p:spPr>
        <p:txBody>
          <a:bodyPr vert="eaVert"/>
          <a:lstStyle/>
          <a:p>
            <a:r>
              <a:rPr lang="pl-PL"/>
              <a:t>Kliknij, aby edytować styl</a:t>
            </a:r>
            <a:endParaRPr lang="en-US" dirty="0"/>
          </a:p>
        </p:txBody>
      </p:sp>
      <p:sp>
        <p:nvSpPr>
          <p:cNvPr id="3" name="Vertical Text Placeholder 2"/>
          <p:cNvSpPr>
            <a:spLocks noGrp="1"/>
          </p:cNvSpPr>
          <p:nvPr>
            <p:ph type="body" orient="vert" idx="1"/>
          </p:nvPr>
        </p:nvSpPr>
        <p:spPr>
          <a:xfrm>
            <a:off x="923548" y="402314"/>
            <a:ext cx="8521829" cy="6403784"/>
          </a:xfrm>
        </p:spPr>
        <p:txBody>
          <a:bodyPr vert="eaVert"/>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endParaRPr lang="en-US" dirty="0"/>
          </a:p>
        </p:txBody>
      </p:sp>
      <p:sp>
        <p:nvSpPr>
          <p:cNvPr id="4" name="Date Placeholder 3">
            <a:extLst>
              <a:ext uri="{FF2B5EF4-FFF2-40B4-BE49-F238E27FC236}">
                <a16:creationId xmlns:a16="http://schemas.microsoft.com/office/drawing/2014/main" id="{5A13EDF8-996B-5C9F-F0B5-6C8155332861}"/>
              </a:ext>
            </a:extLst>
          </p:cNvPr>
          <p:cNvSpPr>
            <a:spLocks noGrp="1"/>
          </p:cNvSpPr>
          <p:nvPr>
            <p:ph type="dt" sz="half" idx="10"/>
          </p:nvPr>
        </p:nvSpPr>
        <p:spPr/>
        <p:txBody>
          <a:bodyPr/>
          <a:lstStyle>
            <a:lvl1pPr>
              <a:defRPr/>
            </a:lvl1pPr>
          </a:lstStyle>
          <a:p>
            <a:pPr>
              <a:defRPr/>
            </a:pPr>
            <a:fld id="{188803F5-6B8F-3D43-940B-1F2C0F6F4665}" type="datetime1">
              <a:rPr lang="en-US" smtClean="0"/>
              <a:t>11/30/25</a:t>
            </a:fld>
            <a:endParaRPr lang="en-US"/>
          </a:p>
        </p:txBody>
      </p:sp>
      <p:sp>
        <p:nvSpPr>
          <p:cNvPr id="5" name="Footer Placeholder 4">
            <a:extLst>
              <a:ext uri="{FF2B5EF4-FFF2-40B4-BE49-F238E27FC236}">
                <a16:creationId xmlns:a16="http://schemas.microsoft.com/office/drawing/2014/main" id="{9D572701-1C27-0FA3-54AE-E908144F7EBA}"/>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A76DD0BF-CD17-231B-B8EF-3EE41D2B6F76}"/>
              </a:ext>
            </a:extLst>
          </p:cNvPr>
          <p:cNvSpPr>
            <a:spLocks noGrp="1"/>
          </p:cNvSpPr>
          <p:nvPr>
            <p:ph type="sldNum" sz="quarter" idx="12"/>
          </p:nvPr>
        </p:nvSpPr>
        <p:spPr/>
        <p:txBody>
          <a:bodyPr/>
          <a:lstStyle>
            <a:lvl1pPr>
              <a:defRPr/>
            </a:lvl1pPr>
          </a:lstStyle>
          <a:p>
            <a:fld id="{76F8E73A-F82B-1644-B569-2DA5A9423316}" type="slidenum">
              <a:rPr lang="pl-PL" altLang="pl-PL"/>
              <a:pPr/>
              <a:t>‹#›</a:t>
            </a:fld>
            <a:endParaRPr lang="pl-PL" altLang="pl-PL"/>
          </a:p>
        </p:txBody>
      </p:sp>
    </p:spTree>
    <p:extLst>
      <p:ext uri="{BB962C8B-B14F-4D97-AF65-F5344CB8AC3E}">
        <p14:creationId xmlns:p14="http://schemas.microsoft.com/office/powerpoint/2010/main" val="34726551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3"/>
          <a:srcRect/>
          <a:stretch>
            <a:fillRect/>
          </a:stretch>
        </a:blipFill>
        <a:effectLst/>
      </p:bgPr>
    </p:bg>
    <p:spTree>
      <p:nvGrpSpPr>
        <p:cNvPr id="1" name=""/>
        <p:cNvGrpSpPr/>
        <p:nvPr/>
      </p:nvGrpSpPr>
      <p:grpSpPr>
        <a:xfrm>
          <a:off x="0" y="0"/>
          <a:ext cx="0" cy="0"/>
          <a:chOff x="0" y="0"/>
          <a:chExt cx="0" cy="0"/>
        </a:xfrm>
      </p:grpSpPr>
      <p:sp>
        <p:nvSpPr>
          <p:cNvPr id="1026" name="Title Placeholder 1">
            <a:extLst>
              <a:ext uri="{FF2B5EF4-FFF2-40B4-BE49-F238E27FC236}">
                <a16:creationId xmlns:a16="http://schemas.microsoft.com/office/drawing/2014/main" id="{9992579A-5A85-6F83-2411-30EED61F541F}"/>
              </a:ext>
            </a:extLst>
          </p:cNvPr>
          <p:cNvSpPr>
            <a:spLocks noGrp="1" noChangeArrowheads="1"/>
          </p:cNvSpPr>
          <p:nvPr>
            <p:ph type="title"/>
          </p:nvPr>
        </p:nvSpPr>
        <p:spPr bwMode="auto">
          <a:xfrm>
            <a:off x="923925" y="401638"/>
            <a:ext cx="11585575" cy="1460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pl-PL" altLang="en-US"/>
              <a:t>Kliknij, aby edytować styl</a:t>
            </a:r>
            <a:endParaRPr lang="en-US" altLang="en-US"/>
          </a:p>
        </p:txBody>
      </p:sp>
      <p:sp>
        <p:nvSpPr>
          <p:cNvPr id="1027" name="Text Placeholder 2">
            <a:extLst>
              <a:ext uri="{FF2B5EF4-FFF2-40B4-BE49-F238E27FC236}">
                <a16:creationId xmlns:a16="http://schemas.microsoft.com/office/drawing/2014/main" id="{714B9A03-44A4-F1B0-98B3-3E6BBC68D775}"/>
              </a:ext>
            </a:extLst>
          </p:cNvPr>
          <p:cNvSpPr>
            <a:spLocks noGrp="1" noChangeArrowheads="1"/>
          </p:cNvSpPr>
          <p:nvPr>
            <p:ph type="body" idx="1"/>
          </p:nvPr>
        </p:nvSpPr>
        <p:spPr bwMode="auto">
          <a:xfrm>
            <a:off x="923925" y="2011363"/>
            <a:ext cx="11585575" cy="4794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pl-PL" altLang="en-US"/>
              <a:t>Kliknij, aby edytować style wzorca tekstu</a:t>
            </a:r>
          </a:p>
          <a:p>
            <a:pPr lvl="1"/>
            <a:r>
              <a:rPr lang="pl-PL" altLang="en-US"/>
              <a:t>Drugi poziom</a:t>
            </a:r>
          </a:p>
          <a:p>
            <a:pPr lvl="2"/>
            <a:r>
              <a:rPr lang="pl-PL" altLang="en-US"/>
              <a:t>Trzeci poziom</a:t>
            </a:r>
          </a:p>
          <a:p>
            <a:pPr lvl="3"/>
            <a:r>
              <a:rPr lang="pl-PL" altLang="en-US"/>
              <a:t>Czwarty poziom</a:t>
            </a:r>
          </a:p>
          <a:p>
            <a:pPr lvl="4"/>
            <a:r>
              <a:rPr lang="pl-PL" altLang="en-US"/>
              <a:t>Piąty poziom</a:t>
            </a:r>
            <a:endParaRPr lang="en-US" altLang="en-US"/>
          </a:p>
        </p:txBody>
      </p:sp>
      <p:sp>
        <p:nvSpPr>
          <p:cNvPr id="4" name="Date Placeholder 3">
            <a:extLst>
              <a:ext uri="{FF2B5EF4-FFF2-40B4-BE49-F238E27FC236}">
                <a16:creationId xmlns:a16="http://schemas.microsoft.com/office/drawing/2014/main" id="{3CA3CEA7-9CF5-4C97-B35B-BAB3E46D4E3C}"/>
              </a:ext>
            </a:extLst>
          </p:cNvPr>
          <p:cNvSpPr>
            <a:spLocks noGrp="1"/>
          </p:cNvSpPr>
          <p:nvPr>
            <p:ph type="dt" sz="half" idx="2"/>
          </p:nvPr>
        </p:nvSpPr>
        <p:spPr>
          <a:xfrm>
            <a:off x="923925" y="7004050"/>
            <a:ext cx="3022600" cy="401638"/>
          </a:xfrm>
          <a:prstGeom prst="rect">
            <a:avLst/>
          </a:prstGeom>
        </p:spPr>
        <p:txBody>
          <a:bodyPr vert="horz" lIns="91440" tIns="45720" rIns="91440" bIns="45720" rtlCol="0" anchor="ctr"/>
          <a:lstStyle>
            <a:lvl1pPr algn="l">
              <a:defRPr sz="1322">
                <a:solidFill>
                  <a:schemeClr val="tx1">
                    <a:tint val="75000"/>
                  </a:schemeClr>
                </a:solidFill>
              </a:defRPr>
            </a:lvl1pPr>
          </a:lstStyle>
          <a:p>
            <a:pPr>
              <a:defRPr/>
            </a:pPr>
            <a:fld id="{B1590670-CCA6-6F4F-98F1-E1531BC0BABC}" type="datetime1">
              <a:rPr lang="en-US" smtClean="0"/>
              <a:t>11/30/25</a:t>
            </a:fld>
            <a:endParaRPr lang="en-US"/>
          </a:p>
        </p:txBody>
      </p:sp>
      <p:sp>
        <p:nvSpPr>
          <p:cNvPr id="5" name="Footer Placeholder 4">
            <a:extLst>
              <a:ext uri="{FF2B5EF4-FFF2-40B4-BE49-F238E27FC236}">
                <a16:creationId xmlns:a16="http://schemas.microsoft.com/office/drawing/2014/main" id="{3A810FC3-166B-4312-B4D9-94720C76FE62}"/>
              </a:ext>
            </a:extLst>
          </p:cNvPr>
          <p:cNvSpPr>
            <a:spLocks noGrp="1"/>
          </p:cNvSpPr>
          <p:nvPr>
            <p:ph type="ftr" sz="quarter" idx="3"/>
          </p:nvPr>
        </p:nvSpPr>
        <p:spPr>
          <a:xfrm>
            <a:off x="4449763" y="7004050"/>
            <a:ext cx="4533900" cy="401638"/>
          </a:xfrm>
          <a:prstGeom prst="rect">
            <a:avLst/>
          </a:prstGeom>
        </p:spPr>
        <p:txBody>
          <a:bodyPr vert="horz" lIns="91440" tIns="45720" rIns="91440" bIns="45720" rtlCol="0" anchor="ctr"/>
          <a:lstStyle>
            <a:lvl1pPr algn="ctr">
              <a:defRPr sz="1322">
                <a:solidFill>
                  <a:schemeClr val="tx1">
                    <a:tint val="75000"/>
                  </a:schemeClr>
                </a:solidFill>
              </a:defRPr>
            </a:lvl1pPr>
          </a:lstStyle>
          <a:p>
            <a:pPr>
              <a:defRPr/>
            </a:pPr>
            <a:endParaRPr lang="en-US"/>
          </a:p>
        </p:txBody>
      </p:sp>
      <p:sp>
        <p:nvSpPr>
          <p:cNvPr id="6" name="Slide Number Placeholder 5">
            <a:extLst>
              <a:ext uri="{FF2B5EF4-FFF2-40B4-BE49-F238E27FC236}">
                <a16:creationId xmlns:a16="http://schemas.microsoft.com/office/drawing/2014/main" id="{57408336-09BA-4370-B2ED-716AD23EDF1C}"/>
              </a:ext>
            </a:extLst>
          </p:cNvPr>
          <p:cNvSpPr>
            <a:spLocks noGrp="1"/>
          </p:cNvSpPr>
          <p:nvPr>
            <p:ph type="sldNum" sz="quarter" idx="4"/>
          </p:nvPr>
        </p:nvSpPr>
        <p:spPr>
          <a:xfrm>
            <a:off x="9486900" y="7004050"/>
            <a:ext cx="3022600" cy="401638"/>
          </a:xfrm>
          <a:prstGeom prst="rect">
            <a:avLst/>
          </a:prstGeom>
        </p:spPr>
        <p:txBody>
          <a:bodyPr vert="horz" wrap="square" lIns="91440" tIns="45720" rIns="91440" bIns="45720" numCol="1" anchor="ctr" anchorCtr="0" compatLnSpc="1">
            <a:prstTxWarp prst="textNoShape">
              <a:avLst/>
            </a:prstTxWarp>
          </a:bodyPr>
          <a:lstStyle>
            <a:lvl1pPr algn="r">
              <a:defRPr sz="1300">
                <a:solidFill>
                  <a:srgbClr val="898989"/>
                </a:solidFill>
              </a:defRPr>
            </a:lvl1pPr>
          </a:lstStyle>
          <a:p>
            <a:fld id="{2D65DF1F-6FD5-EB4C-BE6C-EFB13A646A57}" type="slidenum">
              <a:rPr lang="pl-PL" altLang="pl-PL"/>
              <a:pPr/>
              <a:t>‹#›</a:t>
            </a:fld>
            <a:endParaRPr lang="pl-PL" altLang="pl-PL"/>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1006475" rtl="0" eaLnBrk="0" fontAlgn="base" hangingPunct="0">
        <a:lnSpc>
          <a:spcPct val="90000"/>
        </a:lnSpc>
        <a:spcBef>
          <a:spcPct val="0"/>
        </a:spcBef>
        <a:spcAft>
          <a:spcPct val="0"/>
        </a:spcAft>
        <a:defRPr sz="4800" kern="1200">
          <a:solidFill>
            <a:schemeClr val="tx1"/>
          </a:solidFill>
          <a:latin typeface="+mj-lt"/>
          <a:ea typeface="+mj-ea"/>
          <a:cs typeface="+mj-cs"/>
        </a:defRPr>
      </a:lvl1pPr>
      <a:lvl2pPr algn="l" defTabSz="1006475" rtl="0" eaLnBrk="0" fontAlgn="base" hangingPunct="0">
        <a:lnSpc>
          <a:spcPct val="90000"/>
        </a:lnSpc>
        <a:spcBef>
          <a:spcPct val="0"/>
        </a:spcBef>
        <a:spcAft>
          <a:spcPct val="0"/>
        </a:spcAft>
        <a:defRPr sz="4800">
          <a:solidFill>
            <a:schemeClr val="tx1"/>
          </a:solidFill>
          <a:latin typeface="Calibri Light" panose="020F0302020204030204" pitchFamily="34" charset="0"/>
        </a:defRPr>
      </a:lvl2pPr>
      <a:lvl3pPr algn="l" defTabSz="1006475" rtl="0" eaLnBrk="0" fontAlgn="base" hangingPunct="0">
        <a:lnSpc>
          <a:spcPct val="90000"/>
        </a:lnSpc>
        <a:spcBef>
          <a:spcPct val="0"/>
        </a:spcBef>
        <a:spcAft>
          <a:spcPct val="0"/>
        </a:spcAft>
        <a:defRPr sz="4800">
          <a:solidFill>
            <a:schemeClr val="tx1"/>
          </a:solidFill>
          <a:latin typeface="Calibri Light" panose="020F0302020204030204" pitchFamily="34" charset="0"/>
        </a:defRPr>
      </a:lvl3pPr>
      <a:lvl4pPr algn="l" defTabSz="1006475" rtl="0" eaLnBrk="0" fontAlgn="base" hangingPunct="0">
        <a:lnSpc>
          <a:spcPct val="90000"/>
        </a:lnSpc>
        <a:spcBef>
          <a:spcPct val="0"/>
        </a:spcBef>
        <a:spcAft>
          <a:spcPct val="0"/>
        </a:spcAft>
        <a:defRPr sz="4800">
          <a:solidFill>
            <a:schemeClr val="tx1"/>
          </a:solidFill>
          <a:latin typeface="Calibri Light" panose="020F0302020204030204" pitchFamily="34" charset="0"/>
        </a:defRPr>
      </a:lvl4pPr>
      <a:lvl5pPr algn="l" defTabSz="1006475" rtl="0" eaLnBrk="0" fontAlgn="base" hangingPunct="0">
        <a:lnSpc>
          <a:spcPct val="90000"/>
        </a:lnSpc>
        <a:spcBef>
          <a:spcPct val="0"/>
        </a:spcBef>
        <a:spcAft>
          <a:spcPct val="0"/>
        </a:spcAft>
        <a:defRPr sz="4800">
          <a:solidFill>
            <a:schemeClr val="tx1"/>
          </a:solidFill>
          <a:latin typeface="Calibri Light" panose="020F0302020204030204" pitchFamily="34" charset="0"/>
        </a:defRPr>
      </a:lvl5pPr>
      <a:lvl6pPr marL="457200" algn="l" defTabSz="1006475" rtl="0" fontAlgn="base">
        <a:lnSpc>
          <a:spcPct val="90000"/>
        </a:lnSpc>
        <a:spcBef>
          <a:spcPct val="0"/>
        </a:spcBef>
        <a:spcAft>
          <a:spcPct val="0"/>
        </a:spcAft>
        <a:defRPr sz="4800">
          <a:solidFill>
            <a:schemeClr val="tx1"/>
          </a:solidFill>
          <a:latin typeface="Calibri Light" panose="020F0302020204030204" pitchFamily="34" charset="0"/>
        </a:defRPr>
      </a:lvl6pPr>
      <a:lvl7pPr marL="914400" algn="l" defTabSz="1006475" rtl="0" fontAlgn="base">
        <a:lnSpc>
          <a:spcPct val="90000"/>
        </a:lnSpc>
        <a:spcBef>
          <a:spcPct val="0"/>
        </a:spcBef>
        <a:spcAft>
          <a:spcPct val="0"/>
        </a:spcAft>
        <a:defRPr sz="4800">
          <a:solidFill>
            <a:schemeClr val="tx1"/>
          </a:solidFill>
          <a:latin typeface="Calibri Light" panose="020F0302020204030204" pitchFamily="34" charset="0"/>
        </a:defRPr>
      </a:lvl7pPr>
      <a:lvl8pPr marL="1371600" algn="l" defTabSz="1006475" rtl="0" fontAlgn="base">
        <a:lnSpc>
          <a:spcPct val="90000"/>
        </a:lnSpc>
        <a:spcBef>
          <a:spcPct val="0"/>
        </a:spcBef>
        <a:spcAft>
          <a:spcPct val="0"/>
        </a:spcAft>
        <a:defRPr sz="4800">
          <a:solidFill>
            <a:schemeClr val="tx1"/>
          </a:solidFill>
          <a:latin typeface="Calibri Light" panose="020F0302020204030204" pitchFamily="34" charset="0"/>
        </a:defRPr>
      </a:lvl8pPr>
      <a:lvl9pPr marL="1828800" algn="l" defTabSz="1006475" rtl="0" fontAlgn="base">
        <a:lnSpc>
          <a:spcPct val="90000"/>
        </a:lnSpc>
        <a:spcBef>
          <a:spcPct val="0"/>
        </a:spcBef>
        <a:spcAft>
          <a:spcPct val="0"/>
        </a:spcAft>
        <a:defRPr sz="4800">
          <a:solidFill>
            <a:schemeClr val="tx1"/>
          </a:solidFill>
          <a:latin typeface="Calibri Light" panose="020F0302020204030204" pitchFamily="34" charset="0"/>
        </a:defRPr>
      </a:lvl9pPr>
    </p:titleStyle>
    <p:bodyStyle>
      <a:lvl1pPr marL="250825" indent="-250825" algn="l" defTabSz="1006475" rtl="0" eaLnBrk="0" fontAlgn="base" hangingPunct="0">
        <a:lnSpc>
          <a:spcPct val="90000"/>
        </a:lnSpc>
        <a:spcBef>
          <a:spcPts val="1100"/>
        </a:spcBef>
        <a:spcAft>
          <a:spcPct val="0"/>
        </a:spcAft>
        <a:buFont typeface="Arial" panose="020B0604020202020204" pitchFamily="34" charset="0"/>
        <a:buChar char="•"/>
        <a:defRPr sz="3000" kern="1200">
          <a:solidFill>
            <a:schemeClr val="tx1"/>
          </a:solidFill>
          <a:latin typeface="+mn-lt"/>
          <a:ea typeface="+mn-ea"/>
          <a:cs typeface="+mn-cs"/>
        </a:defRPr>
      </a:lvl1pPr>
      <a:lvl2pPr marL="754063" indent="-250825" algn="l" defTabSz="1006475" rtl="0" eaLnBrk="0" fontAlgn="base" hangingPunct="0">
        <a:lnSpc>
          <a:spcPct val="90000"/>
        </a:lnSpc>
        <a:spcBef>
          <a:spcPts val="550"/>
        </a:spcBef>
        <a:spcAft>
          <a:spcPct val="0"/>
        </a:spcAft>
        <a:buFont typeface="Arial" panose="020B0604020202020204" pitchFamily="34" charset="0"/>
        <a:buChar char="•"/>
        <a:defRPr sz="2600" kern="1200">
          <a:solidFill>
            <a:schemeClr val="tx1"/>
          </a:solidFill>
          <a:latin typeface="+mn-lt"/>
          <a:ea typeface="+mn-ea"/>
          <a:cs typeface="+mn-cs"/>
        </a:defRPr>
      </a:lvl2pPr>
      <a:lvl3pPr marL="1258888" indent="-250825" algn="l" defTabSz="1006475" rtl="0" eaLnBrk="0" fontAlgn="base" hangingPunct="0">
        <a:lnSpc>
          <a:spcPct val="90000"/>
        </a:lnSpc>
        <a:spcBef>
          <a:spcPts val="550"/>
        </a:spcBef>
        <a:spcAft>
          <a:spcPct val="0"/>
        </a:spcAft>
        <a:buFont typeface="Arial" panose="020B0604020202020204" pitchFamily="34" charset="0"/>
        <a:buChar char="•"/>
        <a:defRPr sz="2200" kern="1200">
          <a:solidFill>
            <a:schemeClr val="tx1"/>
          </a:solidFill>
          <a:latin typeface="+mn-lt"/>
          <a:ea typeface="+mn-ea"/>
          <a:cs typeface="+mn-cs"/>
        </a:defRPr>
      </a:lvl3pPr>
      <a:lvl4pPr marL="1762125" indent="-250825" algn="l" defTabSz="1006475" rtl="0" eaLnBrk="0" fontAlgn="base" hangingPunct="0">
        <a:lnSpc>
          <a:spcPct val="90000"/>
        </a:lnSpc>
        <a:spcBef>
          <a:spcPts val="550"/>
        </a:spcBef>
        <a:spcAft>
          <a:spcPct val="0"/>
        </a:spcAft>
        <a:buFont typeface="Arial" panose="020B0604020202020204" pitchFamily="34" charset="0"/>
        <a:buChar char="•"/>
        <a:defRPr sz="1900" kern="1200">
          <a:solidFill>
            <a:schemeClr val="tx1"/>
          </a:solidFill>
          <a:latin typeface="+mn-lt"/>
          <a:ea typeface="+mn-ea"/>
          <a:cs typeface="+mn-cs"/>
        </a:defRPr>
      </a:lvl4pPr>
      <a:lvl5pPr marL="2265363" indent="-250825" algn="l" defTabSz="1006475" rtl="0" eaLnBrk="0" fontAlgn="base" hangingPunct="0">
        <a:lnSpc>
          <a:spcPct val="90000"/>
        </a:lnSpc>
        <a:spcBef>
          <a:spcPts val="550"/>
        </a:spcBef>
        <a:spcAft>
          <a:spcPct val="0"/>
        </a:spcAft>
        <a:buFont typeface="Arial" panose="020B0604020202020204" pitchFamily="34" charset="0"/>
        <a:buChar char="•"/>
        <a:defRPr sz="1900" kern="1200">
          <a:solidFill>
            <a:schemeClr val="tx1"/>
          </a:solidFill>
          <a:latin typeface="+mn-lt"/>
          <a:ea typeface="+mn-ea"/>
          <a:cs typeface="+mn-cs"/>
        </a:defRPr>
      </a:lvl5pPr>
      <a:lvl6pPr marL="2770586" indent="-251871" algn="l" defTabSz="1007486" rtl="0" eaLnBrk="1" latinLnBrk="0" hangingPunct="1">
        <a:lnSpc>
          <a:spcPct val="90000"/>
        </a:lnSpc>
        <a:spcBef>
          <a:spcPts val="551"/>
        </a:spcBef>
        <a:buFont typeface="Arial" panose="020B0604020202020204" pitchFamily="34" charset="0"/>
        <a:buChar char="•"/>
        <a:defRPr sz="1983" kern="1200">
          <a:solidFill>
            <a:schemeClr val="tx1"/>
          </a:solidFill>
          <a:latin typeface="+mn-lt"/>
          <a:ea typeface="+mn-ea"/>
          <a:cs typeface="+mn-cs"/>
        </a:defRPr>
      </a:lvl6pPr>
      <a:lvl7pPr marL="3274329" indent="-251871" algn="l" defTabSz="1007486" rtl="0" eaLnBrk="1" latinLnBrk="0" hangingPunct="1">
        <a:lnSpc>
          <a:spcPct val="90000"/>
        </a:lnSpc>
        <a:spcBef>
          <a:spcPts val="551"/>
        </a:spcBef>
        <a:buFont typeface="Arial" panose="020B0604020202020204" pitchFamily="34" charset="0"/>
        <a:buChar char="•"/>
        <a:defRPr sz="1983" kern="1200">
          <a:solidFill>
            <a:schemeClr val="tx1"/>
          </a:solidFill>
          <a:latin typeface="+mn-lt"/>
          <a:ea typeface="+mn-ea"/>
          <a:cs typeface="+mn-cs"/>
        </a:defRPr>
      </a:lvl7pPr>
      <a:lvl8pPr marL="3778072" indent="-251871" algn="l" defTabSz="1007486" rtl="0" eaLnBrk="1" latinLnBrk="0" hangingPunct="1">
        <a:lnSpc>
          <a:spcPct val="90000"/>
        </a:lnSpc>
        <a:spcBef>
          <a:spcPts val="551"/>
        </a:spcBef>
        <a:buFont typeface="Arial" panose="020B0604020202020204" pitchFamily="34" charset="0"/>
        <a:buChar char="•"/>
        <a:defRPr sz="1983" kern="1200">
          <a:solidFill>
            <a:schemeClr val="tx1"/>
          </a:solidFill>
          <a:latin typeface="+mn-lt"/>
          <a:ea typeface="+mn-ea"/>
          <a:cs typeface="+mn-cs"/>
        </a:defRPr>
      </a:lvl8pPr>
      <a:lvl9pPr marL="4281815" indent="-251871" algn="l" defTabSz="1007486" rtl="0" eaLnBrk="1" latinLnBrk="0" hangingPunct="1">
        <a:lnSpc>
          <a:spcPct val="90000"/>
        </a:lnSpc>
        <a:spcBef>
          <a:spcPts val="551"/>
        </a:spcBef>
        <a:buFont typeface="Arial" panose="020B0604020202020204" pitchFamily="34" charset="0"/>
        <a:buChar char="•"/>
        <a:defRPr sz="1983" kern="1200">
          <a:solidFill>
            <a:schemeClr val="tx1"/>
          </a:solidFill>
          <a:latin typeface="+mn-lt"/>
          <a:ea typeface="+mn-ea"/>
          <a:cs typeface="+mn-cs"/>
        </a:defRPr>
      </a:lvl9pPr>
    </p:bodyStyle>
    <p:otherStyle>
      <a:defPPr>
        <a:defRPr lang="en-US"/>
      </a:defPPr>
      <a:lvl1pPr marL="0" algn="l" defTabSz="1007486" rtl="0" eaLnBrk="1" latinLnBrk="0" hangingPunct="1">
        <a:defRPr sz="1983" kern="1200">
          <a:solidFill>
            <a:schemeClr val="tx1"/>
          </a:solidFill>
          <a:latin typeface="+mn-lt"/>
          <a:ea typeface="+mn-ea"/>
          <a:cs typeface="+mn-cs"/>
        </a:defRPr>
      </a:lvl1pPr>
      <a:lvl2pPr marL="503743" algn="l" defTabSz="1007486" rtl="0" eaLnBrk="1" latinLnBrk="0" hangingPunct="1">
        <a:defRPr sz="1983" kern="1200">
          <a:solidFill>
            <a:schemeClr val="tx1"/>
          </a:solidFill>
          <a:latin typeface="+mn-lt"/>
          <a:ea typeface="+mn-ea"/>
          <a:cs typeface="+mn-cs"/>
        </a:defRPr>
      </a:lvl2pPr>
      <a:lvl3pPr marL="1007486" algn="l" defTabSz="1007486" rtl="0" eaLnBrk="1" latinLnBrk="0" hangingPunct="1">
        <a:defRPr sz="1983" kern="1200">
          <a:solidFill>
            <a:schemeClr val="tx1"/>
          </a:solidFill>
          <a:latin typeface="+mn-lt"/>
          <a:ea typeface="+mn-ea"/>
          <a:cs typeface="+mn-cs"/>
        </a:defRPr>
      </a:lvl3pPr>
      <a:lvl4pPr marL="1511229" algn="l" defTabSz="1007486" rtl="0" eaLnBrk="1" latinLnBrk="0" hangingPunct="1">
        <a:defRPr sz="1983" kern="1200">
          <a:solidFill>
            <a:schemeClr val="tx1"/>
          </a:solidFill>
          <a:latin typeface="+mn-lt"/>
          <a:ea typeface="+mn-ea"/>
          <a:cs typeface="+mn-cs"/>
        </a:defRPr>
      </a:lvl4pPr>
      <a:lvl5pPr marL="2014972" algn="l" defTabSz="1007486" rtl="0" eaLnBrk="1" latinLnBrk="0" hangingPunct="1">
        <a:defRPr sz="1983" kern="1200">
          <a:solidFill>
            <a:schemeClr val="tx1"/>
          </a:solidFill>
          <a:latin typeface="+mn-lt"/>
          <a:ea typeface="+mn-ea"/>
          <a:cs typeface="+mn-cs"/>
        </a:defRPr>
      </a:lvl5pPr>
      <a:lvl6pPr marL="2518715" algn="l" defTabSz="1007486" rtl="0" eaLnBrk="1" latinLnBrk="0" hangingPunct="1">
        <a:defRPr sz="1983" kern="1200">
          <a:solidFill>
            <a:schemeClr val="tx1"/>
          </a:solidFill>
          <a:latin typeface="+mn-lt"/>
          <a:ea typeface="+mn-ea"/>
          <a:cs typeface="+mn-cs"/>
        </a:defRPr>
      </a:lvl6pPr>
      <a:lvl7pPr marL="3022458" algn="l" defTabSz="1007486" rtl="0" eaLnBrk="1" latinLnBrk="0" hangingPunct="1">
        <a:defRPr sz="1983" kern="1200">
          <a:solidFill>
            <a:schemeClr val="tx1"/>
          </a:solidFill>
          <a:latin typeface="+mn-lt"/>
          <a:ea typeface="+mn-ea"/>
          <a:cs typeface="+mn-cs"/>
        </a:defRPr>
      </a:lvl7pPr>
      <a:lvl8pPr marL="3526201" algn="l" defTabSz="1007486" rtl="0" eaLnBrk="1" latinLnBrk="0" hangingPunct="1">
        <a:defRPr sz="1983" kern="1200">
          <a:solidFill>
            <a:schemeClr val="tx1"/>
          </a:solidFill>
          <a:latin typeface="+mn-lt"/>
          <a:ea typeface="+mn-ea"/>
          <a:cs typeface="+mn-cs"/>
        </a:defRPr>
      </a:lvl8pPr>
      <a:lvl9pPr marL="4029944" algn="l" defTabSz="1007486" rtl="0" eaLnBrk="1" latinLnBrk="0" hangingPunct="1">
        <a:defRPr sz="1983"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www.agh.edu.pl/" TargetMode="External"/><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hyperlink" Target="https://www.cs.columbia.edu/~hgs/etc/intro-style.html" TargetMode="Externa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hyperlink" Target="http://krit.com.pl/" TargetMode="Externa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hyperlink" Target="https://www.sciencedirect.com/book/monograph/9780080982854/writing-for-science-and-engineering" TargetMode="External"/><Relationship Id="rId2" Type="http://schemas.openxmlformats.org/officeDocument/2006/relationships/hyperlink" Target="https://www.coursera.org/learn/sciwrite" TargetMode="External"/><Relationship Id="rId1" Type="http://schemas.openxmlformats.org/officeDocument/2006/relationships/slideLayout" Target="../slideLayouts/slideLayout2.xml"/><Relationship Id="rId4" Type="http://schemas.openxmlformats.org/officeDocument/2006/relationships/hyperlink" Target="https://www.idub.agh.edu.pl/dzialania/dzialanie-1-finansowanie-wyjazdow-studyjnych-zwiazanych-z-nawiazywaniem-kontaktow-i-prac-zwiazanych-z-przygotowywaniem-wnioskow-o-granty/kursy-nature-masterclasses-dla-doktorantow-i-pracownikow-agh"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bwMode="auto">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3074" name="Rectangle 1">
            <a:extLst>
              <a:ext uri="{FF2B5EF4-FFF2-40B4-BE49-F238E27FC236}">
                <a16:creationId xmlns:a16="http://schemas.microsoft.com/office/drawing/2014/main" id="{3D73C522-9665-46B0-D165-BC4DD6215B3E}"/>
              </a:ext>
            </a:extLst>
          </p:cNvPr>
          <p:cNvSpPr>
            <a:spLocks/>
          </p:cNvSpPr>
          <p:nvPr/>
        </p:nvSpPr>
        <p:spPr bwMode="auto">
          <a:xfrm>
            <a:off x="4902200" y="2465388"/>
            <a:ext cx="3995738" cy="107721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45720" rIns="45720">
            <a:spAutoFit/>
          </a:bodyPr>
          <a:lstStyle>
            <a:lvl1pPr>
              <a:defRPr sz="2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defRPr sz="2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defRPr sz="2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defRPr sz="2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defRPr sz="2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2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2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2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2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lgn="ctr" eaLnBrk="1"/>
            <a:r>
              <a:rPr lang="pl-PL" sz="3200" noProof="0" dirty="0"/>
              <a:t>Raportowanie wyników</a:t>
            </a:r>
          </a:p>
        </p:txBody>
      </p:sp>
      <p:sp>
        <p:nvSpPr>
          <p:cNvPr id="3075" name="Rectangle 2">
            <a:extLst>
              <a:ext uri="{FF2B5EF4-FFF2-40B4-BE49-F238E27FC236}">
                <a16:creationId xmlns:a16="http://schemas.microsoft.com/office/drawing/2014/main" id="{5FE50A38-16E7-B065-D221-DC5DA66D836F}"/>
              </a:ext>
            </a:extLst>
          </p:cNvPr>
          <p:cNvSpPr>
            <a:spLocks/>
          </p:cNvSpPr>
          <p:nvPr/>
        </p:nvSpPr>
        <p:spPr bwMode="auto">
          <a:xfrm>
            <a:off x="5979488" y="5791200"/>
            <a:ext cx="1836400" cy="33855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45720" rIns="45720">
            <a:spAutoFit/>
          </a:bodyPr>
          <a:lstStyle>
            <a:lvl1pPr>
              <a:defRPr sz="2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defRPr sz="2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defRPr sz="2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defRPr sz="2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defRPr sz="2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2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2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2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2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lgn="ctr" eaLnBrk="1"/>
            <a:fld id="{F28119D8-6EEB-0B45-A61F-420C5F4CAABA}" type="datetime3">
              <a:rPr lang="pl-PL" sz="1600" noProof="0" smtClean="0">
                <a:solidFill>
                  <a:srgbClr val="808080"/>
                </a:solidFill>
              </a:rPr>
              <a:t>30/11/25</a:t>
            </a:fld>
            <a:endParaRPr lang="pl-PL" sz="1600" noProof="0" dirty="0">
              <a:solidFill>
                <a:srgbClr val="808080"/>
              </a:solidFill>
            </a:endParaRPr>
          </a:p>
        </p:txBody>
      </p:sp>
      <p:sp>
        <p:nvSpPr>
          <p:cNvPr id="3076" name="Rectangle 3">
            <a:extLst>
              <a:ext uri="{FF2B5EF4-FFF2-40B4-BE49-F238E27FC236}">
                <a16:creationId xmlns:a16="http://schemas.microsoft.com/office/drawing/2014/main" id="{E92A834D-198F-17BD-9D89-C45ED011E7C5}"/>
              </a:ext>
            </a:extLst>
          </p:cNvPr>
          <p:cNvSpPr>
            <a:spLocks/>
          </p:cNvSpPr>
          <p:nvPr/>
        </p:nvSpPr>
        <p:spPr bwMode="auto">
          <a:xfrm>
            <a:off x="3811588" y="4343400"/>
            <a:ext cx="6172200" cy="4619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45720" rIns="45720">
            <a:spAutoFit/>
          </a:bodyPr>
          <a:lstStyle>
            <a:lvl1pPr>
              <a:defRPr sz="2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defRPr sz="2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defRPr sz="2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defRPr sz="2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defRPr sz="2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2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2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2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2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lgn="ctr" eaLnBrk="1"/>
            <a:r>
              <a:rPr lang="pl-PL" sz="1200" noProof="0" dirty="0">
                <a:solidFill>
                  <a:srgbClr val="00A200"/>
                </a:solidFill>
                <a:latin typeface="FagoNoBoldCE-Caps" charset="0"/>
                <a:sym typeface="FagoNoBoldCE-Caps" charset="0"/>
              </a:rPr>
              <a:t>Akademia Górniczo-Hutnicza</a:t>
            </a:r>
            <a:r>
              <a:rPr lang="pl-PL" sz="1200" noProof="0" dirty="0">
                <a:latin typeface="FagoNoBoldCE-Caps" charset="0"/>
                <a:sym typeface="FagoNoBoldCE-Caps" charset="0"/>
              </a:rPr>
              <a:t> </a:t>
            </a:r>
            <a:r>
              <a:rPr lang="pl-PL" sz="1200" noProof="0" dirty="0">
                <a:solidFill>
                  <a:srgbClr val="808080"/>
                </a:solidFill>
                <a:latin typeface="FagoNoBoldCE-Caps" charset="0"/>
                <a:sym typeface="FagoNoBoldCE-Caps" charset="0"/>
              </a:rPr>
              <a:t>im. Stanisława Staszica w Krakowie</a:t>
            </a:r>
          </a:p>
          <a:p>
            <a:pPr algn="ctr" eaLnBrk="1"/>
            <a:r>
              <a:rPr lang="pl-PL" sz="1200" noProof="0" dirty="0">
                <a:solidFill>
                  <a:srgbClr val="808080"/>
                </a:solidFill>
                <a:latin typeface="FagoNoBoldCE-Caps" charset="0"/>
                <a:sym typeface="FagoNoBoldCE-Caps" charset="0"/>
              </a:rPr>
              <a:t>AGH University of Krakow</a:t>
            </a:r>
          </a:p>
        </p:txBody>
      </p:sp>
      <p:sp>
        <p:nvSpPr>
          <p:cNvPr id="3077" name="Prostokąt 2">
            <a:hlinkClick r:id="rId3"/>
            <a:extLst>
              <a:ext uri="{FF2B5EF4-FFF2-40B4-BE49-F238E27FC236}">
                <a16:creationId xmlns:a16="http://schemas.microsoft.com/office/drawing/2014/main" id="{101FD8CD-D4DF-298B-EA04-98A365E5B90D}"/>
              </a:ext>
            </a:extLst>
          </p:cNvPr>
          <p:cNvSpPr>
            <a:spLocks noChangeArrowheads="1"/>
          </p:cNvSpPr>
          <p:nvPr/>
        </p:nvSpPr>
        <p:spPr bwMode="auto">
          <a:xfrm>
            <a:off x="1603375" y="7018338"/>
            <a:ext cx="180022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round/>
                <a:headEnd/>
                <a:tailEnd/>
              </a14:hiddenLine>
            </a:ext>
          </a:extLst>
        </p:spPr>
        <p:txBody>
          <a:bodyPr lIns="45720" rIns="45720">
            <a:spAutoFit/>
          </a:bodyPr>
          <a:lstStyle>
            <a:lvl1pPr>
              <a:defRPr sz="2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defRPr sz="2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defRPr sz="2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defRPr sz="2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defRPr sz="2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2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2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2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2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a:endParaRPr lang="pl-PL" noProof="0" dirty="0"/>
          </a:p>
        </p:txBody>
      </p:sp>
      <p:sp>
        <p:nvSpPr>
          <p:cNvPr id="4" name="Slide Number Placeholder 3">
            <a:extLst>
              <a:ext uri="{FF2B5EF4-FFF2-40B4-BE49-F238E27FC236}">
                <a16:creationId xmlns:a16="http://schemas.microsoft.com/office/drawing/2014/main" id="{BFB47E50-ADEF-A9CF-4212-F29C179E769F}"/>
              </a:ext>
            </a:extLst>
          </p:cNvPr>
          <p:cNvSpPr>
            <a:spLocks noGrp="1"/>
          </p:cNvSpPr>
          <p:nvPr>
            <p:ph type="sldNum" sz="quarter" idx="12"/>
          </p:nvPr>
        </p:nvSpPr>
        <p:spPr/>
        <p:txBody>
          <a:bodyPr/>
          <a:lstStyle/>
          <a:p>
            <a:fld id="{90FB5870-25E4-EC4F-9774-9C783410E192}" type="slidenum">
              <a:rPr lang="pl-PL" altLang="pl-PL" smtClean="0"/>
              <a:pPr/>
              <a:t>1</a:t>
            </a:fld>
            <a:endParaRPr lang="pl-PL" altLang="pl-PL"/>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08FDF9-0970-053A-1A71-73EBC2975FD1}"/>
              </a:ext>
            </a:extLst>
          </p:cNvPr>
          <p:cNvSpPr>
            <a:spLocks noGrp="1"/>
          </p:cNvSpPr>
          <p:nvPr>
            <p:ph type="title"/>
          </p:nvPr>
        </p:nvSpPr>
        <p:spPr/>
        <p:txBody>
          <a:bodyPr/>
          <a:lstStyle/>
          <a:p>
            <a:pPr algn="ctr"/>
            <a:r>
              <a:rPr lang="pl-PL" noProof="0" dirty="0"/>
              <a:t>Cel seminarium</a:t>
            </a:r>
          </a:p>
        </p:txBody>
      </p:sp>
      <p:sp>
        <p:nvSpPr>
          <p:cNvPr id="3" name="Content Placeholder 2">
            <a:extLst>
              <a:ext uri="{FF2B5EF4-FFF2-40B4-BE49-F238E27FC236}">
                <a16:creationId xmlns:a16="http://schemas.microsoft.com/office/drawing/2014/main" id="{416006BC-7287-01DB-353D-F923D270387E}"/>
              </a:ext>
            </a:extLst>
          </p:cNvPr>
          <p:cNvSpPr>
            <a:spLocks noGrp="1"/>
          </p:cNvSpPr>
          <p:nvPr>
            <p:ph idx="1"/>
          </p:nvPr>
        </p:nvSpPr>
        <p:spPr/>
        <p:txBody>
          <a:bodyPr>
            <a:normAutofit lnSpcReduction="10000"/>
          </a:bodyPr>
          <a:lstStyle/>
          <a:p>
            <a:r>
              <a:rPr lang="pl-PL" noProof="0" dirty="0"/>
              <a:t>Pokazanie struktury i funkcji każdej sekcji artykułu naukowego</a:t>
            </a:r>
          </a:p>
          <a:p>
            <a:r>
              <a:rPr lang="pl-PL" noProof="0" dirty="0"/>
              <a:t>Omówienie błędów i dobrych praktyk – na przykładach z prawdziwych tekstów</a:t>
            </a:r>
          </a:p>
          <a:p>
            <a:r>
              <a:rPr lang="pl-PL" noProof="0" dirty="0"/>
              <a:t>Przećwiczenie krytycznej oceny tekstu – co warto poprawić i dlaczego</a:t>
            </a:r>
          </a:p>
          <a:p>
            <a:r>
              <a:rPr lang="pl-PL" noProof="0" dirty="0"/>
              <a:t>Wskazanie źródeł wiedzy o pisaniu naukowym (Coursera, Elsevier, Nature)</a:t>
            </a:r>
          </a:p>
          <a:p>
            <a:r>
              <a:rPr lang="pl-PL" noProof="0" dirty="0"/>
              <a:t>Pokazanie, jak przełożyć to wszystko na format Konferencji Radiokomunikacji i Teleinformatyki (KRiT)</a:t>
            </a:r>
          </a:p>
          <a:p>
            <a:r>
              <a:rPr lang="pl-PL" noProof="0" dirty="0"/>
              <a:t>Zachęta do publikowania – od warsztatu pisarskiego po realną szansę druku</a:t>
            </a:r>
          </a:p>
        </p:txBody>
      </p:sp>
      <p:sp>
        <p:nvSpPr>
          <p:cNvPr id="6" name="Slide Number Placeholder 5">
            <a:extLst>
              <a:ext uri="{FF2B5EF4-FFF2-40B4-BE49-F238E27FC236}">
                <a16:creationId xmlns:a16="http://schemas.microsoft.com/office/drawing/2014/main" id="{13EB4F10-8282-C1F8-458F-96B25A34DF7E}"/>
              </a:ext>
            </a:extLst>
          </p:cNvPr>
          <p:cNvSpPr>
            <a:spLocks noGrp="1"/>
          </p:cNvSpPr>
          <p:nvPr>
            <p:ph type="sldNum" sz="quarter" idx="12"/>
          </p:nvPr>
        </p:nvSpPr>
        <p:spPr/>
        <p:txBody>
          <a:bodyPr/>
          <a:lstStyle/>
          <a:p>
            <a:fld id="{90FB5870-25E4-EC4F-9774-9C783410E192}" type="slidenum">
              <a:rPr lang="pl-PL" altLang="pl-PL" smtClean="0"/>
              <a:pPr/>
              <a:t>2</a:t>
            </a:fld>
            <a:endParaRPr lang="pl-PL" altLang="pl-PL"/>
          </a:p>
        </p:txBody>
      </p:sp>
    </p:spTree>
    <p:extLst>
      <p:ext uri="{BB962C8B-B14F-4D97-AF65-F5344CB8AC3E}">
        <p14:creationId xmlns:p14="http://schemas.microsoft.com/office/powerpoint/2010/main" val="24321196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714A01-84F6-D26D-F910-0DA420C5CC10}"/>
              </a:ext>
            </a:extLst>
          </p:cNvPr>
          <p:cNvSpPr>
            <a:spLocks noGrp="1"/>
          </p:cNvSpPr>
          <p:nvPr>
            <p:ph type="title"/>
          </p:nvPr>
        </p:nvSpPr>
        <p:spPr/>
        <p:txBody>
          <a:bodyPr/>
          <a:lstStyle/>
          <a:p>
            <a:pPr algn="ctr"/>
            <a:r>
              <a:rPr lang="pl-PL" dirty="0"/>
              <a:t>Dlaczego to ważne?</a:t>
            </a:r>
            <a:br>
              <a:rPr lang="pl-PL" dirty="0"/>
            </a:br>
            <a:r>
              <a:rPr lang="pl-PL" dirty="0"/>
              <a:t>Po co pisać dobrze?</a:t>
            </a:r>
          </a:p>
        </p:txBody>
      </p:sp>
      <p:sp>
        <p:nvSpPr>
          <p:cNvPr id="3" name="Content Placeholder 2">
            <a:extLst>
              <a:ext uri="{FF2B5EF4-FFF2-40B4-BE49-F238E27FC236}">
                <a16:creationId xmlns:a16="http://schemas.microsoft.com/office/drawing/2014/main" id="{E7481092-89A5-6885-2BEA-B8C5AC53DE73}"/>
              </a:ext>
            </a:extLst>
          </p:cNvPr>
          <p:cNvSpPr>
            <a:spLocks noGrp="1"/>
          </p:cNvSpPr>
          <p:nvPr>
            <p:ph idx="1"/>
          </p:nvPr>
        </p:nvSpPr>
        <p:spPr/>
        <p:txBody>
          <a:bodyPr>
            <a:normAutofit fontScale="92500" lnSpcReduction="20000"/>
          </a:bodyPr>
          <a:lstStyle/>
          <a:p>
            <a:r>
              <a:rPr lang="pl-PL" dirty="0"/>
              <a:t>Jasne i konkretne przedstawienie dorobku naukowego jako fundament skutecznej komunikacji</a:t>
            </a:r>
          </a:p>
          <a:p>
            <a:r>
              <a:rPr lang="pl-PL" dirty="0"/>
              <a:t>Przekazanie nowych wyników w sposób zrozumiały, precyzyjny i łatwy do dalszego wykorzystania</a:t>
            </a:r>
          </a:p>
          <a:p>
            <a:r>
              <a:rPr lang="pl-PL" dirty="0"/>
              <a:t>Umożliwienie pełnej replikacji eksperymentu wyłącznie na podstawie opisu w artykule</a:t>
            </a:r>
          </a:p>
          <a:p>
            <a:r>
              <a:rPr lang="pl-PL" dirty="0"/>
              <a:t>Zapewnienie czytelnikowi możliwości oceny wkładu autora w kontekście wcześniejszych badań</a:t>
            </a:r>
          </a:p>
          <a:p>
            <a:r>
              <a:rPr lang="pl-PL" dirty="0"/>
              <a:t>Zachowanie przejrzystości i logiki wywodu bez zbędnych ozdobników i stylizacji językowych</a:t>
            </a:r>
          </a:p>
          <a:p>
            <a:r>
              <a:rPr lang="pl-PL" dirty="0"/>
              <a:t>Użycie tekstu jako narzędzia dzielenia się wiedzą, a nie demonstracji warsztatu literackiego</a:t>
            </a:r>
          </a:p>
        </p:txBody>
      </p:sp>
      <p:sp>
        <p:nvSpPr>
          <p:cNvPr id="6" name="Slide Number Placeholder 5">
            <a:extLst>
              <a:ext uri="{FF2B5EF4-FFF2-40B4-BE49-F238E27FC236}">
                <a16:creationId xmlns:a16="http://schemas.microsoft.com/office/drawing/2014/main" id="{0D4659F4-5B42-53ED-28EF-F2B1CAA6CB4C}"/>
              </a:ext>
            </a:extLst>
          </p:cNvPr>
          <p:cNvSpPr>
            <a:spLocks noGrp="1"/>
          </p:cNvSpPr>
          <p:nvPr>
            <p:ph type="sldNum" sz="quarter" idx="12"/>
          </p:nvPr>
        </p:nvSpPr>
        <p:spPr/>
        <p:txBody>
          <a:bodyPr/>
          <a:lstStyle/>
          <a:p>
            <a:fld id="{90FB5870-25E4-EC4F-9774-9C783410E192}" type="slidenum">
              <a:rPr lang="pl-PL" altLang="pl-PL" smtClean="0"/>
              <a:pPr/>
              <a:t>3</a:t>
            </a:fld>
            <a:endParaRPr lang="pl-PL" altLang="pl-PL"/>
          </a:p>
        </p:txBody>
      </p:sp>
    </p:spTree>
    <p:extLst>
      <p:ext uri="{BB962C8B-B14F-4D97-AF65-F5344CB8AC3E}">
        <p14:creationId xmlns:p14="http://schemas.microsoft.com/office/powerpoint/2010/main" val="24972770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C31A81-B2BE-60C7-D96D-2BF137298AF4}"/>
              </a:ext>
            </a:extLst>
          </p:cNvPr>
          <p:cNvSpPr>
            <a:spLocks noGrp="1"/>
          </p:cNvSpPr>
          <p:nvPr>
            <p:ph type="title"/>
          </p:nvPr>
        </p:nvSpPr>
        <p:spPr/>
        <p:txBody>
          <a:bodyPr/>
          <a:lstStyle/>
          <a:p>
            <a:pPr algn="ctr"/>
            <a:r>
              <a:rPr lang="pl-PL" dirty="0"/>
              <a:t>Jak wygląda ogólna struktura</a:t>
            </a:r>
            <a:br>
              <a:rPr lang="pl-PL" dirty="0"/>
            </a:br>
            <a:r>
              <a:rPr lang="pl-PL" dirty="0"/>
              <a:t>typowego, dobrego artykułu naukowego?</a:t>
            </a:r>
          </a:p>
        </p:txBody>
      </p:sp>
      <p:sp>
        <p:nvSpPr>
          <p:cNvPr id="5" name="Content Placeholder 4">
            <a:extLst>
              <a:ext uri="{FF2B5EF4-FFF2-40B4-BE49-F238E27FC236}">
                <a16:creationId xmlns:a16="http://schemas.microsoft.com/office/drawing/2014/main" id="{57035F75-4EC6-7457-0803-ABE3C940F579}"/>
              </a:ext>
            </a:extLst>
          </p:cNvPr>
          <p:cNvSpPr>
            <a:spLocks noGrp="1"/>
          </p:cNvSpPr>
          <p:nvPr>
            <p:ph idx="1"/>
          </p:nvPr>
        </p:nvSpPr>
        <p:spPr/>
        <p:txBody>
          <a:bodyPr>
            <a:normAutofit/>
          </a:bodyPr>
          <a:lstStyle/>
          <a:p>
            <a:r>
              <a:rPr lang="pl-PL" dirty="0"/>
              <a:t>Wstęp</a:t>
            </a:r>
          </a:p>
          <a:p>
            <a:r>
              <a:rPr lang="pl-PL" dirty="0"/>
              <a:t>Przegląd literatury</a:t>
            </a:r>
          </a:p>
          <a:p>
            <a:r>
              <a:rPr lang="pl-PL" dirty="0"/>
              <a:t>Problem badawczy/hipoteza</a:t>
            </a:r>
          </a:p>
          <a:p>
            <a:r>
              <a:rPr lang="pl-PL" dirty="0"/>
              <a:t>Metodologia</a:t>
            </a:r>
          </a:p>
          <a:p>
            <a:r>
              <a:rPr lang="pl-PL" dirty="0"/>
              <a:t>Wyniki</a:t>
            </a:r>
          </a:p>
          <a:p>
            <a:r>
              <a:rPr lang="pl-PL" dirty="0"/>
              <a:t>Dyskusja</a:t>
            </a:r>
          </a:p>
          <a:p>
            <a:r>
              <a:rPr lang="pl-PL" dirty="0"/>
              <a:t>Podsumowanie</a:t>
            </a:r>
          </a:p>
          <a:p>
            <a:r>
              <a:rPr lang="pl-PL" dirty="0"/>
              <a:t>Literatura</a:t>
            </a:r>
          </a:p>
        </p:txBody>
      </p:sp>
      <p:sp>
        <p:nvSpPr>
          <p:cNvPr id="6" name="Slide Number Placeholder 5">
            <a:extLst>
              <a:ext uri="{FF2B5EF4-FFF2-40B4-BE49-F238E27FC236}">
                <a16:creationId xmlns:a16="http://schemas.microsoft.com/office/drawing/2014/main" id="{A7719237-FA17-47DE-2731-9181018689D2}"/>
              </a:ext>
            </a:extLst>
          </p:cNvPr>
          <p:cNvSpPr>
            <a:spLocks noGrp="1"/>
          </p:cNvSpPr>
          <p:nvPr>
            <p:ph type="sldNum" sz="quarter" idx="12"/>
          </p:nvPr>
        </p:nvSpPr>
        <p:spPr/>
        <p:txBody>
          <a:bodyPr/>
          <a:lstStyle/>
          <a:p>
            <a:fld id="{90FB5870-25E4-EC4F-9774-9C783410E192}" type="slidenum">
              <a:rPr lang="pl-PL" altLang="pl-PL" smtClean="0"/>
              <a:pPr/>
              <a:t>4</a:t>
            </a:fld>
            <a:endParaRPr lang="pl-PL" altLang="pl-PL"/>
          </a:p>
        </p:txBody>
      </p:sp>
    </p:spTree>
    <p:extLst>
      <p:ext uri="{BB962C8B-B14F-4D97-AF65-F5344CB8AC3E}">
        <p14:creationId xmlns:p14="http://schemas.microsoft.com/office/powerpoint/2010/main" val="1049497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EF57F89-898D-E888-B9D1-0EBD83ED6734}"/>
              </a:ext>
            </a:extLst>
          </p:cNvPr>
          <p:cNvSpPr>
            <a:spLocks noGrp="1"/>
          </p:cNvSpPr>
          <p:nvPr>
            <p:ph type="title"/>
          </p:nvPr>
        </p:nvSpPr>
        <p:spPr/>
        <p:txBody>
          <a:bodyPr/>
          <a:lstStyle/>
          <a:p>
            <a:pPr algn="ctr"/>
            <a:r>
              <a:rPr lang="pl-PL" dirty="0"/>
              <a:t>Wstęp – jak go napisać dobrze?</a:t>
            </a:r>
            <a:br>
              <a:rPr lang="pl-PL" dirty="0"/>
            </a:br>
            <a:r>
              <a:rPr lang="pl-PL" dirty="0"/>
              <a:t>(oparte na zasadach Jima </a:t>
            </a:r>
            <a:r>
              <a:rPr lang="pl-PL" dirty="0" err="1"/>
              <a:t>Kurose</a:t>
            </a:r>
            <a:r>
              <a:rPr lang="pl-PL" dirty="0"/>
              <a:t>)</a:t>
            </a:r>
          </a:p>
        </p:txBody>
      </p:sp>
      <p:sp>
        <p:nvSpPr>
          <p:cNvPr id="5" name="Content Placeholder 4">
            <a:extLst>
              <a:ext uri="{FF2B5EF4-FFF2-40B4-BE49-F238E27FC236}">
                <a16:creationId xmlns:a16="http://schemas.microsoft.com/office/drawing/2014/main" id="{CDE264BF-C7D5-81A3-3C0D-810A653C70BC}"/>
              </a:ext>
            </a:extLst>
          </p:cNvPr>
          <p:cNvSpPr>
            <a:spLocks noGrp="1"/>
          </p:cNvSpPr>
          <p:nvPr>
            <p:ph sz="half" idx="1"/>
          </p:nvPr>
        </p:nvSpPr>
        <p:spPr/>
        <p:txBody>
          <a:bodyPr/>
          <a:lstStyle/>
          <a:p>
            <a:pPr marL="0" indent="0">
              <a:buNone/>
            </a:pPr>
            <a:r>
              <a:rPr lang="pl-PL" dirty="0"/>
              <a:t>Zasady Jima </a:t>
            </a:r>
            <a:r>
              <a:rPr lang="pl-PL" dirty="0" err="1"/>
              <a:t>Kurose</a:t>
            </a:r>
            <a:r>
              <a:rPr lang="pl-PL" dirty="0"/>
              <a:t>: </a:t>
            </a:r>
            <a:r>
              <a:rPr lang="pl-PL" dirty="0">
                <a:hlinkClick r:id="rId2"/>
              </a:rPr>
              <a:t>https://www.cs.columbia.edu/~hgs/etc/intro-style.html</a:t>
            </a:r>
            <a:endParaRPr lang="pl-PL" dirty="0"/>
          </a:p>
          <a:p>
            <a:pPr marL="514350" indent="-514350">
              <a:buFont typeface="+mj-lt"/>
              <a:buAutoNum type="arabicPeriod"/>
            </a:pPr>
            <a:r>
              <a:rPr lang="pl-PL" dirty="0"/>
              <a:t>Ogólna motywacja</a:t>
            </a:r>
          </a:p>
          <a:p>
            <a:pPr marL="514350" indent="-514350">
              <a:buFont typeface="+mj-lt"/>
              <a:buAutoNum type="arabicPeriod"/>
            </a:pPr>
            <a:r>
              <a:rPr lang="pl-PL" dirty="0"/>
              <a:t>Konkretne zagadnienie i jego tło</a:t>
            </a:r>
          </a:p>
          <a:p>
            <a:pPr marL="514350" indent="-514350">
              <a:buFont typeface="+mj-lt"/>
              <a:buAutoNum type="arabicPeriod"/>
            </a:pPr>
            <a:r>
              <a:rPr lang="pl-PL" dirty="0"/>
              <a:t>Nasze podejście i kontrybucje</a:t>
            </a:r>
          </a:p>
          <a:p>
            <a:pPr marL="514350" indent="-514350">
              <a:buFont typeface="+mj-lt"/>
              <a:buAutoNum type="arabicPeriod"/>
            </a:pPr>
            <a:r>
              <a:rPr lang="pl-PL" dirty="0"/>
              <a:t>Wyróżnienie się na tle innych</a:t>
            </a:r>
          </a:p>
          <a:p>
            <a:pPr marL="514350" indent="-514350">
              <a:buFont typeface="+mj-lt"/>
              <a:buAutoNum type="arabicPeriod"/>
            </a:pPr>
            <a:r>
              <a:rPr lang="pl-PL" dirty="0"/>
              <a:t>Struktura artykułu (</a:t>
            </a:r>
            <a:r>
              <a:rPr lang="pl-PL" dirty="0" err="1"/>
              <a:t>roadmap</a:t>
            </a:r>
            <a:r>
              <a:rPr lang="pl-PL" dirty="0"/>
              <a:t>)</a:t>
            </a:r>
          </a:p>
        </p:txBody>
      </p:sp>
      <p:pic>
        <p:nvPicPr>
          <p:cNvPr id="9" name="Content Placeholder 8" descr="A diagram of a diagram&#10;&#10;AI-generated content may be incorrect.">
            <a:extLst>
              <a:ext uri="{FF2B5EF4-FFF2-40B4-BE49-F238E27FC236}">
                <a16:creationId xmlns:a16="http://schemas.microsoft.com/office/drawing/2014/main" id="{8C566DA3-8633-9F6E-00A9-A264BEAD355C}"/>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6800850" y="2505605"/>
            <a:ext cx="5708650" cy="3805766"/>
          </a:xfrm>
        </p:spPr>
      </p:pic>
      <p:sp>
        <p:nvSpPr>
          <p:cNvPr id="7" name="Slide Number Placeholder 6">
            <a:extLst>
              <a:ext uri="{FF2B5EF4-FFF2-40B4-BE49-F238E27FC236}">
                <a16:creationId xmlns:a16="http://schemas.microsoft.com/office/drawing/2014/main" id="{C9B73316-F167-1646-95E6-449E66A475B6}"/>
              </a:ext>
            </a:extLst>
          </p:cNvPr>
          <p:cNvSpPr>
            <a:spLocks noGrp="1"/>
          </p:cNvSpPr>
          <p:nvPr>
            <p:ph type="sldNum" sz="quarter" idx="12"/>
          </p:nvPr>
        </p:nvSpPr>
        <p:spPr/>
        <p:txBody>
          <a:bodyPr/>
          <a:lstStyle/>
          <a:p>
            <a:fld id="{9DD2003B-10DC-4846-AEB8-9A69F9F91F58}" type="slidenum">
              <a:rPr lang="pl-PL" altLang="pl-PL" smtClean="0"/>
              <a:pPr/>
              <a:t>5</a:t>
            </a:fld>
            <a:endParaRPr lang="pl-PL" altLang="pl-PL"/>
          </a:p>
        </p:txBody>
      </p:sp>
    </p:spTree>
    <p:extLst>
      <p:ext uri="{BB962C8B-B14F-4D97-AF65-F5344CB8AC3E}">
        <p14:creationId xmlns:p14="http://schemas.microsoft.com/office/powerpoint/2010/main" val="41596413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D7434EE4-5679-C80E-E867-80911A374F7D}"/>
              </a:ext>
            </a:extLst>
          </p:cNvPr>
          <p:cNvSpPr>
            <a:spLocks noGrp="1"/>
          </p:cNvSpPr>
          <p:nvPr>
            <p:ph type="title"/>
          </p:nvPr>
        </p:nvSpPr>
        <p:spPr/>
        <p:txBody>
          <a:bodyPr/>
          <a:lstStyle/>
          <a:p>
            <a:pPr algn="ctr"/>
            <a:r>
              <a:rPr lang="pl-PL" dirty="0"/>
              <a:t>Wstęp</a:t>
            </a:r>
            <a:br>
              <a:rPr lang="pl-PL" dirty="0"/>
            </a:br>
            <a:r>
              <a:rPr lang="pl-PL" b="1" dirty="0">
                <a:solidFill>
                  <a:srgbClr val="FF0000"/>
                </a:solidFill>
              </a:rPr>
              <a:t>(przykład zły)</a:t>
            </a:r>
          </a:p>
        </p:txBody>
      </p:sp>
      <p:sp>
        <p:nvSpPr>
          <p:cNvPr id="6" name="Content Placeholder 5">
            <a:extLst>
              <a:ext uri="{FF2B5EF4-FFF2-40B4-BE49-F238E27FC236}">
                <a16:creationId xmlns:a16="http://schemas.microsoft.com/office/drawing/2014/main" id="{AEEB44A5-5C25-4FAA-2D91-AE9EF31F338C}"/>
              </a:ext>
            </a:extLst>
          </p:cNvPr>
          <p:cNvSpPr>
            <a:spLocks noGrp="1"/>
          </p:cNvSpPr>
          <p:nvPr>
            <p:ph sz="half" idx="1"/>
          </p:nvPr>
        </p:nvSpPr>
        <p:spPr/>
        <p:txBody>
          <a:bodyPr/>
          <a:lstStyle/>
          <a:p>
            <a:pPr marL="0" indent="0">
              <a:buNone/>
            </a:pPr>
            <a:r>
              <a:rPr lang="pl-PL" i="1" dirty="0"/>
              <a:t>Telekomunikacja rozwija się bardzo dynamicznie. Coraz więcej użytkowników korzysta z usług multimedialnych, co rodzi potrzebę lepszego ich rozumienia. W artykule przedstawiamy nasze badania.</a:t>
            </a:r>
          </a:p>
        </p:txBody>
      </p:sp>
      <p:sp>
        <p:nvSpPr>
          <p:cNvPr id="7" name="Content Placeholder 6">
            <a:extLst>
              <a:ext uri="{FF2B5EF4-FFF2-40B4-BE49-F238E27FC236}">
                <a16:creationId xmlns:a16="http://schemas.microsoft.com/office/drawing/2014/main" id="{CD7FCB80-B499-F92C-190B-3137D0BF0EC7}"/>
              </a:ext>
            </a:extLst>
          </p:cNvPr>
          <p:cNvSpPr>
            <a:spLocks noGrp="1"/>
          </p:cNvSpPr>
          <p:nvPr>
            <p:ph sz="half" idx="2"/>
          </p:nvPr>
        </p:nvSpPr>
        <p:spPr/>
        <p:txBody>
          <a:bodyPr/>
          <a:lstStyle/>
          <a:p>
            <a:r>
              <a:rPr lang="pl-PL" dirty="0"/>
              <a:t>Co tu jest niekonkretne?</a:t>
            </a:r>
          </a:p>
          <a:p>
            <a:r>
              <a:rPr lang="pl-PL" dirty="0"/>
              <a:t>Czy wiadomo, czego dotyczy badanie?</a:t>
            </a:r>
          </a:p>
          <a:p>
            <a:r>
              <a:rPr lang="pl-PL" dirty="0"/>
              <a:t>Czy z tego fragmentu wynika problem badawczy?</a:t>
            </a:r>
          </a:p>
        </p:txBody>
      </p:sp>
      <p:sp>
        <p:nvSpPr>
          <p:cNvPr id="4" name="Slide Number Placeholder 3">
            <a:extLst>
              <a:ext uri="{FF2B5EF4-FFF2-40B4-BE49-F238E27FC236}">
                <a16:creationId xmlns:a16="http://schemas.microsoft.com/office/drawing/2014/main" id="{EC3327E0-4FB2-222F-5C35-5D1F1899955B}"/>
              </a:ext>
            </a:extLst>
          </p:cNvPr>
          <p:cNvSpPr>
            <a:spLocks noGrp="1"/>
          </p:cNvSpPr>
          <p:nvPr>
            <p:ph type="sldNum" sz="quarter" idx="12"/>
          </p:nvPr>
        </p:nvSpPr>
        <p:spPr/>
        <p:txBody>
          <a:bodyPr/>
          <a:lstStyle/>
          <a:p>
            <a:fld id="{9DD2003B-10DC-4846-AEB8-9A69F9F91F58}" type="slidenum">
              <a:rPr lang="pl-PL" altLang="pl-PL" smtClean="0"/>
              <a:pPr/>
              <a:t>6</a:t>
            </a:fld>
            <a:endParaRPr lang="pl-PL" altLang="pl-PL"/>
          </a:p>
        </p:txBody>
      </p:sp>
    </p:spTree>
    <p:extLst>
      <p:ext uri="{BB962C8B-B14F-4D97-AF65-F5344CB8AC3E}">
        <p14:creationId xmlns:p14="http://schemas.microsoft.com/office/powerpoint/2010/main" val="42764890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CEE62A-B255-E018-5703-259B179D25E3}"/>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893EDD8B-A124-D9E6-84D7-42656658DFD6}"/>
              </a:ext>
            </a:extLst>
          </p:cNvPr>
          <p:cNvSpPr>
            <a:spLocks noGrp="1"/>
          </p:cNvSpPr>
          <p:nvPr>
            <p:ph type="title"/>
          </p:nvPr>
        </p:nvSpPr>
        <p:spPr/>
        <p:txBody>
          <a:bodyPr/>
          <a:lstStyle/>
          <a:p>
            <a:pPr algn="ctr"/>
            <a:r>
              <a:rPr lang="pl-PL" dirty="0"/>
              <a:t>Wstęp</a:t>
            </a:r>
            <a:br>
              <a:rPr lang="pl-PL" dirty="0"/>
            </a:br>
            <a:r>
              <a:rPr lang="pl-PL" b="1" dirty="0">
                <a:solidFill>
                  <a:srgbClr val="00B050"/>
                </a:solidFill>
              </a:rPr>
              <a:t>(przykład dobry</a:t>
            </a:r>
            <a:r>
              <a:rPr lang="pl-PL" dirty="0"/>
              <a:t>)</a:t>
            </a:r>
            <a:endParaRPr lang="pl-PL" b="1" dirty="0">
              <a:solidFill>
                <a:srgbClr val="00B050"/>
              </a:solidFill>
            </a:endParaRPr>
          </a:p>
        </p:txBody>
      </p:sp>
      <p:sp>
        <p:nvSpPr>
          <p:cNvPr id="6" name="Content Placeholder 5">
            <a:extLst>
              <a:ext uri="{FF2B5EF4-FFF2-40B4-BE49-F238E27FC236}">
                <a16:creationId xmlns:a16="http://schemas.microsoft.com/office/drawing/2014/main" id="{4F6D4EED-03C1-C302-F04B-BE7527918FB3}"/>
              </a:ext>
            </a:extLst>
          </p:cNvPr>
          <p:cNvSpPr>
            <a:spLocks noGrp="1"/>
          </p:cNvSpPr>
          <p:nvPr>
            <p:ph sz="half" idx="1"/>
          </p:nvPr>
        </p:nvSpPr>
        <p:spPr/>
        <p:txBody>
          <a:bodyPr>
            <a:normAutofit fontScale="92500" lnSpcReduction="20000"/>
          </a:bodyPr>
          <a:lstStyle/>
          <a:p>
            <a:pPr marL="0" indent="0">
              <a:buNone/>
            </a:pPr>
            <a:r>
              <a:rPr lang="pl-PL" i="1" dirty="0"/>
              <a:t>Dynamiczny rozwój usług wideo OTT (ang. Over-the-Top) powoduje wzrost zapotrzebowania na efektywne metody oceny ich jakości. W szczególności, jakość doświadczenia użytkownika (QoE, ang. Quality of Experience) staje się kluczowym parametrem zarówno dla dostawców usług, jak i badaczy. W niniejszym artykule przedstawiamy wyniki eksperymentu badającego wpływ buforowania i rozdzielczości na subiektywną ocenę jakości w aplikacji </a:t>
            </a:r>
            <a:r>
              <a:rPr lang="pl-PL" i="1" dirty="0" err="1"/>
              <a:t>streamingowej</a:t>
            </a:r>
            <a:r>
              <a:rPr lang="pl-PL" i="1" dirty="0"/>
              <a:t>.</a:t>
            </a:r>
          </a:p>
        </p:txBody>
      </p:sp>
      <p:sp>
        <p:nvSpPr>
          <p:cNvPr id="7" name="Content Placeholder 6">
            <a:extLst>
              <a:ext uri="{FF2B5EF4-FFF2-40B4-BE49-F238E27FC236}">
                <a16:creationId xmlns:a16="http://schemas.microsoft.com/office/drawing/2014/main" id="{4AD0A290-55E7-A394-C58C-04A4BB034AE8}"/>
              </a:ext>
            </a:extLst>
          </p:cNvPr>
          <p:cNvSpPr>
            <a:spLocks noGrp="1"/>
          </p:cNvSpPr>
          <p:nvPr>
            <p:ph sz="half" idx="2"/>
          </p:nvPr>
        </p:nvSpPr>
        <p:spPr/>
        <p:txBody>
          <a:bodyPr/>
          <a:lstStyle/>
          <a:p>
            <a:r>
              <a:rPr lang="pl-PL" dirty="0"/>
              <a:t>Kontekst i zjawisko: wskazane jasno</a:t>
            </a:r>
          </a:p>
          <a:p>
            <a:r>
              <a:rPr lang="pl-PL" dirty="0"/>
              <a:t>Problem badawczy: zarysowany</a:t>
            </a:r>
          </a:p>
          <a:p>
            <a:r>
              <a:rPr lang="pl-PL" dirty="0"/>
              <a:t>Cel pracy: konkretnie określony</a:t>
            </a:r>
          </a:p>
        </p:txBody>
      </p:sp>
      <p:sp>
        <p:nvSpPr>
          <p:cNvPr id="4" name="Slide Number Placeholder 3">
            <a:extLst>
              <a:ext uri="{FF2B5EF4-FFF2-40B4-BE49-F238E27FC236}">
                <a16:creationId xmlns:a16="http://schemas.microsoft.com/office/drawing/2014/main" id="{4C82AD3F-132A-D84C-9AC6-52D6EF24537B}"/>
              </a:ext>
            </a:extLst>
          </p:cNvPr>
          <p:cNvSpPr>
            <a:spLocks noGrp="1"/>
          </p:cNvSpPr>
          <p:nvPr>
            <p:ph type="sldNum" sz="quarter" idx="12"/>
          </p:nvPr>
        </p:nvSpPr>
        <p:spPr/>
        <p:txBody>
          <a:bodyPr/>
          <a:lstStyle/>
          <a:p>
            <a:fld id="{9DD2003B-10DC-4846-AEB8-9A69F9F91F58}" type="slidenum">
              <a:rPr lang="pl-PL" altLang="pl-PL" smtClean="0"/>
              <a:pPr/>
              <a:t>7</a:t>
            </a:fld>
            <a:endParaRPr lang="pl-PL" altLang="pl-PL"/>
          </a:p>
        </p:txBody>
      </p:sp>
    </p:spTree>
    <p:extLst>
      <p:ext uri="{BB962C8B-B14F-4D97-AF65-F5344CB8AC3E}">
        <p14:creationId xmlns:p14="http://schemas.microsoft.com/office/powerpoint/2010/main" val="1544666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835D9F-BAC0-53BF-FB27-D9940F79818A}"/>
              </a:ext>
            </a:extLst>
          </p:cNvPr>
          <p:cNvSpPr>
            <a:spLocks noGrp="1"/>
          </p:cNvSpPr>
          <p:nvPr>
            <p:ph type="title"/>
          </p:nvPr>
        </p:nvSpPr>
        <p:spPr/>
        <p:txBody>
          <a:bodyPr/>
          <a:lstStyle/>
          <a:p>
            <a:pPr algn="ctr"/>
            <a:r>
              <a:rPr lang="pl-PL" dirty="0"/>
              <a:t>Przegląd literatury</a:t>
            </a:r>
            <a:br>
              <a:rPr lang="pl-PL" dirty="0"/>
            </a:br>
            <a:r>
              <a:rPr lang="pl-PL" b="1" dirty="0">
                <a:solidFill>
                  <a:srgbClr val="FF0000"/>
                </a:solidFill>
              </a:rPr>
              <a:t>(przykład zły)</a:t>
            </a:r>
          </a:p>
        </p:txBody>
      </p:sp>
      <p:sp>
        <p:nvSpPr>
          <p:cNvPr id="3" name="Content Placeholder 2">
            <a:extLst>
              <a:ext uri="{FF2B5EF4-FFF2-40B4-BE49-F238E27FC236}">
                <a16:creationId xmlns:a16="http://schemas.microsoft.com/office/drawing/2014/main" id="{E96ACE12-99C5-D7AB-736F-0AA6B89663EC}"/>
              </a:ext>
            </a:extLst>
          </p:cNvPr>
          <p:cNvSpPr>
            <a:spLocks noGrp="1"/>
          </p:cNvSpPr>
          <p:nvPr>
            <p:ph sz="half" idx="1"/>
          </p:nvPr>
        </p:nvSpPr>
        <p:spPr/>
        <p:txBody>
          <a:bodyPr/>
          <a:lstStyle/>
          <a:p>
            <a:pPr marL="0" indent="0">
              <a:buNone/>
            </a:pPr>
            <a:r>
              <a:rPr lang="pl-PL" i="1" dirty="0"/>
              <a:t>W pracy [1] autorzy przedstawili model oceny QoE. W pracy [2] zaproponowano inny model. W pracy [3] autorzy testowali jakość usług. Wszystkie te prace są ciekawe.</a:t>
            </a:r>
          </a:p>
        </p:txBody>
      </p:sp>
      <p:sp>
        <p:nvSpPr>
          <p:cNvPr id="4" name="Content Placeholder 3">
            <a:extLst>
              <a:ext uri="{FF2B5EF4-FFF2-40B4-BE49-F238E27FC236}">
                <a16:creationId xmlns:a16="http://schemas.microsoft.com/office/drawing/2014/main" id="{E7D59AD1-9099-9D95-875C-1DF836EA0777}"/>
              </a:ext>
            </a:extLst>
          </p:cNvPr>
          <p:cNvSpPr>
            <a:spLocks noGrp="1"/>
          </p:cNvSpPr>
          <p:nvPr>
            <p:ph sz="half" idx="2"/>
          </p:nvPr>
        </p:nvSpPr>
        <p:spPr/>
        <p:txBody>
          <a:bodyPr/>
          <a:lstStyle/>
          <a:p>
            <a:r>
              <a:rPr lang="pl-PL" dirty="0"/>
              <a:t>Brak streszczenia co konkretnie wnosi każda praca</a:t>
            </a:r>
          </a:p>
          <a:p>
            <a:r>
              <a:rPr lang="pl-PL" dirty="0"/>
              <a:t>Brak łączenia faktów: autorzy wymienieni, ale bez powiązania ich badań z tematem pracy</a:t>
            </a:r>
          </a:p>
          <a:p>
            <a:r>
              <a:rPr lang="pl-PL" dirty="0"/>
              <a:t>Zamiast przeglądu – lista przypisów</a:t>
            </a:r>
          </a:p>
        </p:txBody>
      </p:sp>
      <p:sp>
        <p:nvSpPr>
          <p:cNvPr id="7" name="Slide Number Placeholder 6">
            <a:extLst>
              <a:ext uri="{FF2B5EF4-FFF2-40B4-BE49-F238E27FC236}">
                <a16:creationId xmlns:a16="http://schemas.microsoft.com/office/drawing/2014/main" id="{E710FE9E-8FAC-B0C2-F0E6-83FC0E4FBC5B}"/>
              </a:ext>
            </a:extLst>
          </p:cNvPr>
          <p:cNvSpPr>
            <a:spLocks noGrp="1"/>
          </p:cNvSpPr>
          <p:nvPr>
            <p:ph type="sldNum" sz="quarter" idx="12"/>
          </p:nvPr>
        </p:nvSpPr>
        <p:spPr/>
        <p:txBody>
          <a:bodyPr/>
          <a:lstStyle/>
          <a:p>
            <a:fld id="{9DD2003B-10DC-4846-AEB8-9A69F9F91F58}" type="slidenum">
              <a:rPr lang="pl-PL" altLang="pl-PL" smtClean="0"/>
              <a:pPr/>
              <a:t>8</a:t>
            </a:fld>
            <a:endParaRPr lang="pl-PL" altLang="pl-PL"/>
          </a:p>
        </p:txBody>
      </p:sp>
    </p:spTree>
    <p:extLst>
      <p:ext uri="{BB962C8B-B14F-4D97-AF65-F5344CB8AC3E}">
        <p14:creationId xmlns:p14="http://schemas.microsoft.com/office/powerpoint/2010/main" val="4380768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54A1BF-485B-DB04-EBEF-D206CDEA775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7F826AA-FFA5-9246-7589-FA0C83C30965}"/>
              </a:ext>
            </a:extLst>
          </p:cNvPr>
          <p:cNvSpPr>
            <a:spLocks noGrp="1"/>
          </p:cNvSpPr>
          <p:nvPr>
            <p:ph type="title"/>
          </p:nvPr>
        </p:nvSpPr>
        <p:spPr/>
        <p:txBody>
          <a:bodyPr/>
          <a:lstStyle/>
          <a:p>
            <a:pPr algn="ctr"/>
            <a:r>
              <a:rPr lang="pl-PL" dirty="0"/>
              <a:t>Przegląd literatury</a:t>
            </a:r>
            <a:br>
              <a:rPr lang="pl-PL" dirty="0"/>
            </a:br>
            <a:r>
              <a:rPr lang="pl-PL" b="1" dirty="0">
                <a:solidFill>
                  <a:srgbClr val="00B050"/>
                </a:solidFill>
              </a:rPr>
              <a:t>(przykład dobry)</a:t>
            </a:r>
          </a:p>
        </p:txBody>
      </p:sp>
      <p:sp>
        <p:nvSpPr>
          <p:cNvPr id="3" name="Content Placeholder 2">
            <a:extLst>
              <a:ext uri="{FF2B5EF4-FFF2-40B4-BE49-F238E27FC236}">
                <a16:creationId xmlns:a16="http://schemas.microsoft.com/office/drawing/2014/main" id="{5473A08F-4ABE-401F-6463-E5795A9C9187}"/>
              </a:ext>
            </a:extLst>
          </p:cNvPr>
          <p:cNvSpPr>
            <a:spLocks noGrp="1"/>
          </p:cNvSpPr>
          <p:nvPr>
            <p:ph sz="half" idx="1"/>
          </p:nvPr>
        </p:nvSpPr>
        <p:spPr/>
        <p:txBody>
          <a:bodyPr>
            <a:normAutofit fontScale="85000" lnSpcReduction="20000"/>
          </a:bodyPr>
          <a:lstStyle/>
          <a:p>
            <a:pPr marL="0" indent="0">
              <a:buNone/>
            </a:pPr>
            <a:r>
              <a:rPr lang="pl-PL" i="1" dirty="0"/>
              <a:t>Ocena jakości doświadczenia użytkownika (QoE) w transmisji wideo była przedmiotem licznych badań. Möller i Raake [1] zaproponowali ogólne ramy definiowania QoE, skupiając się na psychofizycznych aspektach percepcji. Fiedler i </a:t>
            </a:r>
            <a:r>
              <a:rPr lang="pl-PL" i="1" dirty="0" err="1"/>
              <a:t>wsp</a:t>
            </a:r>
            <a:r>
              <a:rPr lang="pl-PL" i="1" dirty="0"/>
              <a:t>. [2] wprowadzili model matematyczny łączący QoE i QoS, bazujący na opóźnieniach i utracie pakietów. Kolejne prace [3, 4] poszerzyły ten model o kontekst użycia, m.in. mobilność i typ urządzenia. Mimo bogatej literatury, niewiele badań skupia się na aplikacjach OTT w kontekście młodych użytkowników.</a:t>
            </a:r>
          </a:p>
        </p:txBody>
      </p:sp>
      <p:sp>
        <p:nvSpPr>
          <p:cNvPr id="4" name="Content Placeholder 3">
            <a:extLst>
              <a:ext uri="{FF2B5EF4-FFF2-40B4-BE49-F238E27FC236}">
                <a16:creationId xmlns:a16="http://schemas.microsoft.com/office/drawing/2014/main" id="{7DD2E591-4DC7-50EC-6DE5-541A57C230CB}"/>
              </a:ext>
            </a:extLst>
          </p:cNvPr>
          <p:cNvSpPr>
            <a:spLocks noGrp="1"/>
          </p:cNvSpPr>
          <p:nvPr>
            <p:ph sz="half" idx="2"/>
          </p:nvPr>
        </p:nvSpPr>
        <p:spPr/>
        <p:txBody>
          <a:bodyPr/>
          <a:lstStyle/>
          <a:p>
            <a:r>
              <a:rPr lang="pl-PL" dirty="0"/>
              <a:t>Uogólnienie + streszczenie treści prac</a:t>
            </a:r>
          </a:p>
          <a:p>
            <a:r>
              <a:rPr lang="pl-PL" dirty="0"/>
              <a:t>Wskazanie luk w istniejącej literaturze</a:t>
            </a:r>
          </a:p>
          <a:p>
            <a:r>
              <a:rPr lang="pl-PL" dirty="0"/>
              <a:t>Przypisy są tylko uzupełnieniem, nie treścią</a:t>
            </a:r>
          </a:p>
        </p:txBody>
      </p:sp>
      <p:sp>
        <p:nvSpPr>
          <p:cNvPr id="7" name="Slide Number Placeholder 6">
            <a:extLst>
              <a:ext uri="{FF2B5EF4-FFF2-40B4-BE49-F238E27FC236}">
                <a16:creationId xmlns:a16="http://schemas.microsoft.com/office/drawing/2014/main" id="{49CCC71A-141C-F018-A27D-68096497F1C2}"/>
              </a:ext>
            </a:extLst>
          </p:cNvPr>
          <p:cNvSpPr>
            <a:spLocks noGrp="1"/>
          </p:cNvSpPr>
          <p:nvPr>
            <p:ph type="sldNum" sz="quarter" idx="12"/>
          </p:nvPr>
        </p:nvSpPr>
        <p:spPr/>
        <p:txBody>
          <a:bodyPr/>
          <a:lstStyle/>
          <a:p>
            <a:fld id="{9DD2003B-10DC-4846-AEB8-9A69F9F91F58}" type="slidenum">
              <a:rPr lang="pl-PL" altLang="pl-PL" smtClean="0"/>
              <a:pPr/>
              <a:t>9</a:t>
            </a:fld>
            <a:endParaRPr lang="pl-PL" altLang="pl-PL"/>
          </a:p>
        </p:txBody>
      </p:sp>
    </p:spTree>
    <p:extLst>
      <p:ext uri="{BB962C8B-B14F-4D97-AF65-F5344CB8AC3E}">
        <p14:creationId xmlns:p14="http://schemas.microsoft.com/office/powerpoint/2010/main" val="36778326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4A4F51-14DE-F39B-53F4-CC7C6EBE442C}"/>
              </a:ext>
            </a:extLst>
          </p:cNvPr>
          <p:cNvSpPr>
            <a:spLocks noGrp="1"/>
          </p:cNvSpPr>
          <p:nvPr>
            <p:ph type="title"/>
          </p:nvPr>
        </p:nvSpPr>
        <p:spPr/>
        <p:txBody>
          <a:bodyPr/>
          <a:lstStyle/>
          <a:p>
            <a:pPr algn="ctr"/>
            <a:r>
              <a:rPr lang="pl-PL" dirty="0"/>
              <a:t>Problem badawczy/hipoteza</a:t>
            </a:r>
            <a:br>
              <a:rPr lang="pl-PL" dirty="0"/>
            </a:br>
            <a:r>
              <a:rPr lang="pl-PL" b="1" dirty="0">
                <a:solidFill>
                  <a:srgbClr val="00B050"/>
                </a:solidFill>
              </a:rPr>
              <a:t>(przykład dobry)</a:t>
            </a:r>
            <a:endParaRPr lang="pl-PL" dirty="0"/>
          </a:p>
        </p:txBody>
      </p:sp>
      <p:sp>
        <p:nvSpPr>
          <p:cNvPr id="3" name="Content Placeholder 2">
            <a:extLst>
              <a:ext uri="{FF2B5EF4-FFF2-40B4-BE49-F238E27FC236}">
                <a16:creationId xmlns:a16="http://schemas.microsoft.com/office/drawing/2014/main" id="{A4AD0DD6-CBEE-65B7-1C12-431784B2809C}"/>
              </a:ext>
            </a:extLst>
          </p:cNvPr>
          <p:cNvSpPr>
            <a:spLocks noGrp="1"/>
          </p:cNvSpPr>
          <p:nvPr>
            <p:ph sz="half" idx="1"/>
          </p:nvPr>
        </p:nvSpPr>
        <p:spPr/>
        <p:txBody>
          <a:bodyPr>
            <a:normAutofit lnSpcReduction="10000"/>
          </a:bodyPr>
          <a:lstStyle/>
          <a:p>
            <a:pPr marL="0" indent="0">
              <a:buNone/>
            </a:pPr>
            <a:r>
              <a:rPr lang="pl-PL" i="1" dirty="0"/>
              <a:t>W warunkach sieci mobilnych opóźnienia wpływają negatywnie na jakość odbioru transmisji wideo. Obserwacje sugerują, że mechanizmy adaptacyjne (np. ABR, ang. Adaptive Bit Rate) mogą łagodzić ten efekt. Celem pracy jest sprawdzenie, czy włączenie ABR istotnie poprawia QoE w porównaniu do statycznych ustawień jakości przy wysokich opóźnieniach.</a:t>
            </a:r>
          </a:p>
        </p:txBody>
      </p:sp>
      <p:sp>
        <p:nvSpPr>
          <p:cNvPr id="4" name="Content Placeholder 3">
            <a:extLst>
              <a:ext uri="{FF2B5EF4-FFF2-40B4-BE49-F238E27FC236}">
                <a16:creationId xmlns:a16="http://schemas.microsoft.com/office/drawing/2014/main" id="{0EF34FAC-8AF0-50F3-917B-DEC9C0CD6BDA}"/>
              </a:ext>
            </a:extLst>
          </p:cNvPr>
          <p:cNvSpPr>
            <a:spLocks noGrp="1"/>
          </p:cNvSpPr>
          <p:nvPr>
            <p:ph sz="half" idx="2"/>
          </p:nvPr>
        </p:nvSpPr>
        <p:spPr/>
        <p:txBody>
          <a:bodyPr/>
          <a:lstStyle/>
          <a:p>
            <a:r>
              <a:rPr lang="pl-PL" dirty="0"/>
              <a:t>Zdefiniowano konkretny problem (QoE w sieciach mobilnych)</a:t>
            </a:r>
          </a:p>
          <a:p>
            <a:r>
              <a:rPr lang="pl-PL" dirty="0"/>
              <a:t>Zawarto hipotezę badawczą (ABR poprawia QoE przy opóźnieniach)</a:t>
            </a:r>
          </a:p>
          <a:p>
            <a:r>
              <a:rPr lang="pl-PL" dirty="0"/>
              <a:t>Zarysowano sposób weryfikacji hipotezy</a:t>
            </a:r>
          </a:p>
        </p:txBody>
      </p:sp>
      <p:sp>
        <p:nvSpPr>
          <p:cNvPr id="7" name="Slide Number Placeholder 6">
            <a:extLst>
              <a:ext uri="{FF2B5EF4-FFF2-40B4-BE49-F238E27FC236}">
                <a16:creationId xmlns:a16="http://schemas.microsoft.com/office/drawing/2014/main" id="{9B1BB767-8D44-E6C9-EBF6-37754E02743C}"/>
              </a:ext>
            </a:extLst>
          </p:cNvPr>
          <p:cNvSpPr>
            <a:spLocks noGrp="1"/>
          </p:cNvSpPr>
          <p:nvPr>
            <p:ph type="sldNum" sz="quarter" idx="12"/>
          </p:nvPr>
        </p:nvSpPr>
        <p:spPr/>
        <p:txBody>
          <a:bodyPr/>
          <a:lstStyle/>
          <a:p>
            <a:fld id="{9DD2003B-10DC-4846-AEB8-9A69F9F91F58}" type="slidenum">
              <a:rPr lang="pl-PL" altLang="pl-PL" smtClean="0"/>
              <a:pPr/>
              <a:t>10</a:t>
            </a:fld>
            <a:endParaRPr lang="pl-PL" altLang="pl-PL"/>
          </a:p>
        </p:txBody>
      </p:sp>
    </p:spTree>
    <p:extLst>
      <p:ext uri="{BB962C8B-B14F-4D97-AF65-F5344CB8AC3E}">
        <p14:creationId xmlns:p14="http://schemas.microsoft.com/office/powerpoint/2010/main" val="18927735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7E3BA5-DFFA-9B9F-1854-FB92247F3390}"/>
              </a:ext>
            </a:extLst>
          </p:cNvPr>
          <p:cNvSpPr>
            <a:spLocks noGrp="1"/>
          </p:cNvSpPr>
          <p:nvPr>
            <p:ph type="title"/>
          </p:nvPr>
        </p:nvSpPr>
        <p:spPr/>
        <p:txBody>
          <a:bodyPr/>
          <a:lstStyle/>
          <a:p>
            <a:pPr algn="ctr"/>
            <a:r>
              <a:rPr lang="pl-PL" dirty="0"/>
              <a:t>Metodologia</a:t>
            </a:r>
            <a:br>
              <a:rPr lang="pl-PL" dirty="0"/>
            </a:br>
            <a:r>
              <a:rPr lang="pl-PL" b="1" dirty="0">
                <a:solidFill>
                  <a:srgbClr val="00B050"/>
                </a:solidFill>
              </a:rPr>
              <a:t>(przykład dobry)</a:t>
            </a:r>
            <a:endParaRPr lang="pl-PL" dirty="0"/>
          </a:p>
        </p:txBody>
      </p:sp>
      <p:sp>
        <p:nvSpPr>
          <p:cNvPr id="3" name="Content Placeholder 2">
            <a:extLst>
              <a:ext uri="{FF2B5EF4-FFF2-40B4-BE49-F238E27FC236}">
                <a16:creationId xmlns:a16="http://schemas.microsoft.com/office/drawing/2014/main" id="{58D639AD-487E-7EAA-06BE-80CD44FEE895}"/>
              </a:ext>
            </a:extLst>
          </p:cNvPr>
          <p:cNvSpPr>
            <a:spLocks noGrp="1"/>
          </p:cNvSpPr>
          <p:nvPr>
            <p:ph sz="half" idx="1"/>
          </p:nvPr>
        </p:nvSpPr>
        <p:spPr/>
        <p:txBody>
          <a:bodyPr>
            <a:normAutofit lnSpcReduction="10000"/>
          </a:bodyPr>
          <a:lstStyle/>
          <a:p>
            <a:pPr marL="0" indent="0">
              <a:buNone/>
            </a:pPr>
            <a:r>
              <a:rPr lang="pl-PL" i="1" dirty="0"/>
              <a:t>W eksperymencie uczestniczyło 28 osób (18 mężczyzn, 10 kobiet) w wieku 20-35 lat. Każdy uczestnik oglądał 3-minutowe sekwencje wizyjne w 4 wariantach jakościowych (SD, HD, ABR, SD z opóźnieniem 200 ms). Po każdej sesji oceniano QoE na skali 5‑stopniowej. Materiały wyświetlano na 15,6″ ekranie FHD, w zaciemnionym pomieszczeniu z neutralnym tłem dźwiękowym.</a:t>
            </a:r>
          </a:p>
        </p:txBody>
      </p:sp>
      <p:sp>
        <p:nvSpPr>
          <p:cNvPr id="4" name="Content Placeholder 3">
            <a:extLst>
              <a:ext uri="{FF2B5EF4-FFF2-40B4-BE49-F238E27FC236}">
                <a16:creationId xmlns:a16="http://schemas.microsoft.com/office/drawing/2014/main" id="{C259E3CB-43EC-4343-DE2C-F0DC808BADFF}"/>
              </a:ext>
            </a:extLst>
          </p:cNvPr>
          <p:cNvSpPr>
            <a:spLocks noGrp="1"/>
          </p:cNvSpPr>
          <p:nvPr>
            <p:ph sz="half" idx="2"/>
          </p:nvPr>
        </p:nvSpPr>
        <p:spPr/>
        <p:txBody>
          <a:bodyPr/>
          <a:lstStyle/>
          <a:p>
            <a:r>
              <a:rPr lang="pl-PL" dirty="0"/>
              <a:t>Konkretna liczba i charakterystyka uczestników</a:t>
            </a:r>
          </a:p>
          <a:p>
            <a:r>
              <a:rPr lang="pl-PL" dirty="0"/>
              <a:t>Dokładny przebieg eksperymentu</a:t>
            </a:r>
          </a:p>
          <a:p>
            <a:r>
              <a:rPr lang="pl-PL" dirty="0"/>
              <a:t>Informacje o parametrach technicznych</a:t>
            </a:r>
          </a:p>
          <a:p>
            <a:r>
              <a:rPr lang="pl-PL" dirty="0"/>
              <a:t>Dane możliwe do replikacji</a:t>
            </a:r>
          </a:p>
        </p:txBody>
      </p:sp>
      <p:sp>
        <p:nvSpPr>
          <p:cNvPr id="7" name="Slide Number Placeholder 6">
            <a:extLst>
              <a:ext uri="{FF2B5EF4-FFF2-40B4-BE49-F238E27FC236}">
                <a16:creationId xmlns:a16="http://schemas.microsoft.com/office/drawing/2014/main" id="{5DEF882B-2F40-D6B4-6849-1A51ACE9E16A}"/>
              </a:ext>
            </a:extLst>
          </p:cNvPr>
          <p:cNvSpPr>
            <a:spLocks noGrp="1"/>
          </p:cNvSpPr>
          <p:nvPr>
            <p:ph type="sldNum" sz="quarter" idx="12"/>
          </p:nvPr>
        </p:nvSpPr>
        <p:spPr/>
        <p:txBody>
          <a:bodyPr/>
          <a:lstStyle/>
          <a:p>
            <a:fld id="{9DD2003B-10DC-4846-AEB8-9A69F9F91F58}" type="slidenum">
              <a:rPr lang="pl-PL" altLang="pl-PL" smtClean="0"/>
              <a:pPr/>
              <a:t>11</a:t>
            </a:fld>
            <a:endParaRPr lang="pl-PL" altLang="pl-PL"/>
          </a:p>
        </p:txBody>
      </p:sp>
    </p:spTree>
    <p:extLst>
      <p:ext uri="{BB962C8B-B14F-4D97-AF65-F5344CB8AC3E}">
        <p14:creationId xmlns:p14="http://schemas.microsoft.com/office/powerpoint/2010/main" val="399519400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BBDECD-4EE4-420B-F5E4-B49DD9D4B25F}"/>
              </a:ext>
            </a:extLst>
          </p:cNvPr>
          <p:cNvSpPr>
            <a:spLocks noGrp="1"/>
          </p:cNvSpPr>
          <p:nvPr>
            <p:ph type="title"/>
          </p:nvPr>
        </p:nvSpPr>
        <p:spPr/>
        <p:txBody>
          <a:bodyPr/>
          <a:lstStyle/>
          <a:p>
            <a:pPr algn="ctr"/>
            <a:r>
              <a:rPr lang="pl-PL" dirty="0"/>
              <a:t>Wyniki</a:t>
            </a:r>
            <a:br>
              <a:rPr lang="pl-PL" dirty="0"/>
            </a:br>
            <a:r>
              <a:rPr lang="pl-PL" b="1" dirty="0">
                <a:solidFill>
                  <a:srgbClr val="00B050"/>
                </a:solidFill>
              </a:rPr>
              <a:t>(przykład dobry)</a:t>
            </a:r>
            <a:endParaRPr lang="pl-PL" dirty="0"/>
          </a:p>
        </p:txBody>
      </p:sp>
      <p:pic>
        <p:nvPicPr>
          <p:cNvPr id="9" name="Content Placeholder 8" descr="A graph of a bar graph&#10;&#10;AI-generated content may be incorrect.">
            <a:extLst>
              <a:ext uri="{FF2B5EF4-FFF2-40B4-BE49-F238E27FC236}">
                <a16:creationId xmlns:a16="http://schemas.microsoft.com/office/drawing/2014/main" id="{E11B6C55-8BE6-201D-CDB0-BF5102D49662}"/>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923925" y="2267744"/>
            <a:ext cx="5708650" cy="4281487"/>
          </a:xfrm>
        </p:spPr>
      </p:pic>
      <p:sp>
        <p:nvSpPr>
          <p:cNvPr id="4" name="Content Placeholder 3">
            <a:extLst>
              <a:ext uri="{FF2B5EF4-FFF2-40B4-BE49-F238E27FC236}">
                <a16:creationId xmlns:a16="http://schemas.microsoft.com/office/drawing/2014/main" id="{2BB597D2-FD05-3031-2960-F84AFAD109D1}"/>
              </a:ext>
            </a:extLst>
          </p:cNvPr>
          <p:cNvSpPr>
            <a:spLocks noGrp="1"/>
          </p:cNvSpPr>
          <p:nvPr>
            <p:ph sz="half" idx="2"/>
          </p:nvPr>
        </p:nvSpPr>
        <p:spPr/>
        <p:txBody>
          <a:bodyPr>
            <a:normAutofit fontScale="92500" lnSpcReduction="10000"/>
          </a:bodyPr>
          <a:lstStyle/>
          <a:p>
            <a:pPr marL="0" indent="0">
              <a:buNone/>
            </a:pPr>
            <a:r>
              <a:rPr lang="pl-PL" i="1" dirty="0"/>
              <a:t>Na rysunku 2 widać wyraźny spadek ocen QoE przy przejściu z jakości HD do SD. Wariant z opóźnieniem 200 ms uzyskał jeszcze niższe oceny, co potwierdza wpływ opóźnień na percepcję użytkownika. Wynik jest zgodny z wcześniejszymi badaniami (np. Zhang 2021).</a:t>
            </a:r>
          </a:p>
          <a:p>
            <a:r>
              <a:rPr lang="pl-PL" dirty="0"/>
              <a:t>Odniesienie do rysunku z konkretną interpretacją</a:t>
            </a:r>
          </a:p>
          <a:p>
            <a:r>
              <a:rPr lang="pl-PL" dirty="0"/>
              <a:t>Nie tylko „co”, ale „dlaczego”</a:t>
            </a:r>
          </a:p>
          <a:p>
            <a:r>
              <a:rPr lang="pl-PL" dirty="0"/>
              <a:t>Spójność z literaturą</a:t>
            </a:r>
          </a:p>
        </p:txBody>
      </p:sp>
      <p:sp>
        <p:nvSpPr>
          <p:cNvPr id="12" name="Slide Number Placeholder 11">
            <a:extLst>
              <a:ext uri="{FF2B5EF4-FFF2-40B4-BE49-F238E27FC236}">
                <a16:creationId xmlns:a16="http://schemas.microsoft.com/office/drawing/2014/main" id="{B013AE01-9BE6-3C1F-1755-19ADD61CA317}"/>
              </a:ext>
            </a:extLst>
          </p:cNvPr>
          <p:cNvSpPr>
            <a:spLocks noGrp="1"/>
          </p:cNvSpPr>
          <p:nvPr>
            <p:ph type="sldNum" sz="quarter" idx="12"/>
          </p:nvPr>
        </p:nvSpPr>
        <p:spPr/>
        <p:txBody>
          <a:bodyPr/>
          <a:lstStyle/>
          <a:p>
            <a:fld id="{9DD2003B-10DC-4846-AEB8-9A69F9F91F58}" type="slidenum">
              <a:rPr lang="pl-PL" altLang="pl-PL" smtClean="0"/>
              <a:pPr/>
              <a:t>12</a:t>
            </a:fld>
            <a:endParaRPr lang="pl-PL" altLang="pl-PL"/>
          </a:p>
        </p:txBody>
      </p:sp>
    </p:spTree>
    <p:extLst>
      <p:ext uri="{BB962C8B-B14F-4D97-AF65-F5344CB8AC3E}">
        <p14:creationId xmlns:p14="http://schemas.microsoft.com/office/powerpoint/2010/main" val="408635998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C3F53500-9B21-F4C0-E4D0-D0003DEC5CB1}"/>
              </a:ext>
            </a:extLst>
          </p:cNvPr>
          <p:cNvSpPr>
            <a:spLocks noGrp="1"/>
          </p:cNvSpPr>
          <p:nvPr>
            <p:ph type="title"/>
          </p:nvPr>
        </p:nvSpPr>
        <p:spPr/>
        <p:txBody>
          <a:bodyPr/>
          <a:lstStyle/>
          <a:p>
            <a:pPr algn="ctr"/>
            <a:r>
              <a:rPr lang="pl-PL" dirty="0"/>
              <a:t>Dyskusja</a:t>
            </a:r>
            <a:br>
              <a:rPr lang="pl-PL" dirty="0"/>
            </a:br>
            <a:r>
              <a:rPr lang="pl-PL" b="1" dirty="0">
                <a:solidFill>
                  <a:srgbClr val="00B050"/>
                </a:solidFill>
              </a:rPr>
              <a:t>(przykład dobry)</a:t>
            </a:r>
            <a:endParaRPr lang="pl-PL" dirty="0"/>
          </a:p>
        </p:txBody>
      </p:sp>
      <p:sp>
        <p:nvSpPr>
          <p:cNvPr id="6" name="Content Placeholder 5">
            <a:extLst>
              <a:ext uri="{FF2B5EF4-FFF2-40B4-BE49-F238E27FC236}">
                <a16:creationId xmlns:a16="http://schemas.microsoft.com/office/drawing/2014/main" id="{B55ACA0F-CEE8-7AF4-464C-851EAF2B09D3}"/>
              </a:ext>
            </a:extLst>
          </p:cNvPr>
          <p:cNvSpPr>
            <a:spLocks noGrp="1"/>
          </p:cNvSpPr>
          <p:nvPr>
            <p:ph sz="half" idx="1"/>
          </p:nvPr>
        </p:nvSpPr>
        <p:spPr/>
        <p:txBody>
          <a:bodyPr/>
          <a:lstStyle/>
          <a:p>
            <a:pPr marL="0" indent="0">
              <a:buNone/>
            </a:pPr>
            <a:r>
              <a:rPr lang="pl-PL" i="1" dirty="0"/>
              <a:t>Wyniki pokazują spadek jakości QoE przy niższej rozdzielczości i opóźnieniach. Warto zastanowić się, jak bardzo wpływa to na użytkownika. Możliwe, że opóźnienia miały większy wpływ niż sama rozdzielczość. Być może inne czynniki także odegrały rolę.</a:t>
            </a:r>
          </a:p>
        </p:txBody>
      </p:sp>
      <p:sp>
        <p:nvSpPr>
          <p:cNvPr id="2" name="Content Placeholder 1">
            <a:extLst>
              <a:ext uri="{FF2B5EF4-FFF2-40B4-BE49-F238E27FC236}">
                <a16:creationId xmlns:a16="http://schemas.microsoft.com/office/drawing/2014/main" id="{4500B3DF-A4EB-9F85-70AB-B571EE816F49}"/>
              </a:ext>
            </a:extLst>
          </p:cNvPr>
          <p:cNvSpPr>
            <a:spLocks noGrp="1"/>
          </p:cNvSpPr>
          <p:nvPr>
            <p:ph sz="half" idx="2"/>
          </p:nvPr>
        </p:nvSpPr>
        <p:spPr/>
        <p:txBody>
          <a:bodyPr/>
          <a:lstStyle/>
          <a:p>
            <a:r>
              <a:rPr lang="pl-PL" dirty="0"/>
              <a:t>Interpretacja osadzona w kontekście wyników</a:t>
            </a:r>
          </a:p>
          <a:p>
            <a:r>
              <a:rPr lang="pl-PL" dirty="0"/>
              <a:t>Refleksja nad alternatywnymi wyjaśnieniami</a:t>
            </a:r>
          </a:p>
          <a:p>
            <a:r>
              <a:rPr lang="pl-PL" dirty="0"/>
              <a:t>Próba zrozumienia mechanizmu zjawiska</a:t>
            </a:r>
          </a:p>
          <a:p>
            <a:r>
              <a:rPr lang="pl-PL" dirty="0"/>
              <a:t>Otwarcie drogi do dalszych badań</a:t>
            </a:r>
          </a:p>
        </p:txBody>
      </p:sp>
      <p:sp>
        <p:nvSpPr>
          <p:cNvPr id="7" name="Slide Number Placeholder 6">
            <a:extLst>
              <a:ext uri="{FF2B5EF4-FFF2-40B4-BE49-F238E27FC236}">
                <a16:creationId xmlns:a16="http://schemas.microsoft.com/office/drawing/2014/main" id="{D61D55DC-5EEB-E0C2-03F5-7E9700094062}"/>
              </a:ext>
            </a:extLst>
          </p:cNvPr>
          <p:cNvSpPr>
            <a:spLocks noGrp="1"/>
          </p:cNvSpPr>
          <p:nvPr>
            <p:ph type="sldNum" sz="quarter" idx="12"/>
          </p:nvPr>
        </p:nvSpPr>
        <p:spPr/>
        <p:txBody>
          <a:bodyPr/>
          <a:lstStyle/>
          <a:p>
            <a:fld id="{9DD2003B-10DC-4846-AEB8-9A69F9F91F58}" type="slidenum">
              <a:rPr lang="pl-PL" altLang="pl-PL" smtClean="0"/>
              <a:pPr/>
              <a:t>13</a:t>
            </a:fld>
            <a:endParaRPr lang="pl-PL" altLang="pl-PL"/>
          </a:p>
        </p:txBody>
      </p:sp>
    </p:spTree>
    <p:extLst>
      <p:ext uri="{BB962C8B-B14F-4D97-AF65-F5344CB8AC3E}">
        <p14:creationId xmlns:p14="http://schemas.microsoft.com/office/powerpoint/2010/main" val="66907471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7BDA94-FE83-E3FD-D888-F6481FF422D4}"/>
              </a:ext>
            </a:extLst>
          </p:cNvPr>
          <p:cNvSpPr>
            <a:spLocks noGrp="1"/>
          </p:cNvSpPr>
          <p:nvPr>
            <p:ph type="title"/>
          </p:nvPr>
        </p:nvSpPr>
        <p:spPr/>
        <p:txBody>
          <a:bodyPr/>
          <a:lstStyle/>
          <a:p>
            <a:pPr algn="ctr"/>
            <a:r>
              <a:rPr lang="pl-PL" dirty="0"/>
              <a:t>Podsumowanie</a:t>
            </a:r>
            <a:br>
              <a:rPr lang="pl-PL" dirty="0"/>
            </a:br>
            <a:r>
              <a:rPr lang="pl-PL" b="1" dirty="0">
                <a:solidFill>
                  <a:srgbClr val="00B050"/>
                </a:solidFill>
              </a:rPr>
              <a:t>(przykład dobry)</a:t>
            </a:r>
            <a:endParaRPr lang="pl-PL" dirty="0"/>
          </a:p>
        </p:txBody>
      </p:sp>
      <p:sp>
        <p:nvSpPr>
          <p:cNvPr id="3" name="Content Placeholder 2">
            <a:extLst>
              <a:ext uri="{FF2B5EF4-FFF2-40B4-BE49-F238E27FC236}">
                <a16:creationId xmlns:a16="http://schemas.microsoft.com/office/drawing/2014/main" id="{0D2258C3-F789-4B10-0D51-6F1EBA01AA1E}"/>
              </a:ext>
            </a:extLst>
          </p:cNvPr>
          <p:cNvSpPr>
            <a:spLocks noGrp="1"/>
          </p:cNvSpPr>
          <p:nvPr>
            <p:ph sz="half" idx="1"/>
          </p:nvPr>
        </p:nvSpPr>
        <p:spPr/>
        <p:txBody>
          <a:bodyPr>
            <a:normAutofit lnSpcReduction="10000"/>
          </a:bodyPr>
          <a:lstStyle/>
          <a:p>
            <a:pPr marL="0" indent="0">
              <a:buNone/>
            </a:pPr>
            <a:r>
              <a:rPr lang="pl-PL" i="1" dirty="0"/>
              <a:t>Przeprowadzony eksperyment potwierdził wpływ rozdzielczości i opóźnień na subiektywną ocenę jakości (QoE). Obniżenie jakości z HD do SD skutkowało znacznym spadkiem ocen, a dodatkowe opóźnienie 200 ms pogłębiło ten efekt. Badanie ogranicza się do jednego typu aplikacji i niewielkiej próby badawczej. W przyszłości warto rozszerzyć analizę o inne warunki transmisji i typy treści.</a:t>
            </a:r>
          </a:p>
        </p:txBody>
      </p:sp>
      <p:sp>
        <p:nvSpPr>
          <p:cNvPr id="4" name="Content Placeholder 3">
            <a:extLst>
              <a:ext uri="{FF2B5EF4-FFF2-40B4-BE49-F238E27FC236}">
                <a16:creationId xmlns:a16="http://schemas.microsoft.com/office/drawing/2014/main" id="{187ED961-07A0-D57A-2BF6-20C394EF141F}"/>
              </a:ext>
            </a:extLst>
          </p:cNvPr>
          <p:cNvSpPr>
            <a:spLocks noGrp="1"/>
          </p:cNvSpPr>
          <p:nvPr>
            <p:ph sz="half" idx="2"/>
          </p:nvPr>
        </p:nvSpPr>
        <p:spPr/>
        <p:txBody>
          <a:bodyPr/>
          <a:lstStyle/>
          <a:p>
            <a:r>
              <a:rPr lang="pl-PL" dirty="0"/>
              <a:t>Zwięzłe streszczenie kluczowych wyników</a:t>
            </a:r>
          </a:p>
          <a:p>
            <a:r>
              <a:rPr lang="pl-PL" dirty="0"/>
              <a:t>Jasno wskazane ograniczenia badania</a:t>
            </a:r>
          </a:p>
          <a:p>
            <a:r>
              <a:rPr lang="pl-PL" dirty="0"/>
              <a:t>Realistyczne plany kontynuacji pracy</a:t>
            </a:r>
          </a:p>
        </p:txBody>
      </p:sp>
      <p:sp>
        <p:nvSpPr>
          <p:cNvPr id="7" name="Slide Number Placeholder 6">
            <a:extLst>
              <a:ext uri="{FF2B5EF4-FFF2-40B4-BE49-F238E27FC236}">
                <a16:creationId xmlns:a16="http://schemas.microsoft.com/office/drawing/2014/main" id="{E2D7484B-4E89-75CF-A385-508FD491D177}"/>
              </a:ext>
            </a:extLst>
          </p:cNvPr>
          <p:cNvSpPr>
            <a:spLocks noGrp="1"/>
          </p:cNvSpPr>
          <p:nvPr>
            <p:ph type="sldNum" sz="quarter" idx="12"/>
          </p:nvPr>
        </p:nvSpPr>
        <p:spPr/>
        <p:txBody>
          <a:bodyPr/>
          <a:lstStyle/>
          <a:p>
            <a:fld id="{9DD2003B-10DC-4846-AEB8-9A69F9F91F58}" type="slidenum">
              <a:rPr lang="pl-PL" altLang="pl-PL" smtClean="0"/>
              <a:pPr/>
              <a:t>14</a:t>
            </a:fld>
            <a:endParaRPr lang="pl-PL" altLang="pl-PL"/>
          </a:p>
        </p:txBody>
      </p:sp>
    </p:spTree>
    <p:extLst>
      <p:ext uri="{BB962C8B-B14F-4D97-AF65-F5344CB8AC3E}">
        <p14:creationId xmlns:p14="http://schemas.microsoft.com/office/powerpoint/2010/main" val="232155067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E8CABAE2-15F1-0766-4366-3F73B4BF1769}"/>
              </a:ext>
            </a:extLst>
          </p:cNvPr>
          <p:cNvSpPr>
            <a:spLocks noGrp="1"/>
          </p:cNvSpPr>
          <p:nvPr>
            <p:ph type="title"/>
          </p:nvPr>
        </p:nvSpPr>
        <p:spPr/>
        <p:txBody>
          <a:bodyPr/>
          <a:lstStyle/>
          <a:p>
            <a:pPr algn="ctr"/>
            <a:r>
              <a:rPr lang="pl-PL" dirty="0"/>
              <a:t>Literatura</a:t>
            </a:r>
            <a:br>
              <a:rPr lang="pl-PL" dirty="0"/>
            </a:br>
            <a:r>
              <a:rPr lang="pl-PL" b="1" dirty="0">
                <a:solidFill>
                  <a:srgbClr val="00B050"/>
                </a:solidFill>
              </a:rPr>
              <a:t>(przykład dobry)</a:t>
            </a:r>
            <a:endParaRPr lang="pl-PL" dirty="0"/>
          </a:p>
        </p:txBody>
      </p:sp>
      <p:sp>
        <p:nvSpPr>
          <p:cNvPr id="6" name="Content Placeholder 5">
            <a:extLst>
              <a:ext uri="{FF2B5EF4-FFF2-40B4-BE49-F238E27FC236}">
                <a16:creationId xmlns:a16="http://schemas.microsoft.com/office/drawing/2014/main" id="{522F9A31-34E2-6C72-CAEE-957A211BFA09}"/>
              </a:ext>
            </a:extLst>
          </p:cNvPr>
          <p:cNvSpPr>
            <a:spLocks noGrp="1"/>
          </p:cNvSpPr>
          <p:nvPr>
            <p:ph sz="half" idx="1"/>
          </p:nvPr>
        </p:nvSpPr>
        <p:spPr/>
        <p:txBody>
          <a:bodyPr>
            <a:normAutofit fontScale="77500" lnSpcReduction="20000"/>
          </a:bodyPr>
          <a:lstStyle/>
          <a:p>
            <a:pPr marL="0" indent="0">
              <a:buNone/>
            </a:pPr>
            <a:r>
              <a:rPr lang="pl-PL" i="1" dirty="0"/>
              <a:t>[1] </a:t>
            </a:r>
            <a:r>
              <a:rPr lang="pl-PL" i="1" dirty="0" err="1"/>
              <a:t>Bello</a:t>
            </a:r>
            <a:r>
              <a:rPr lang="pl-PL" i="1" dirty="0"/>
              <a:t>, Philip. 1963. „</a:t>
            </a:r>
            <a:r>
              <a:rPr lang="pl-PL" i="1" dirty="0" err="1"/>
              <a:t>Characterization</a:t>
            </a:r>
            <a:r>
              <a:rPr lang="pl-PL" i="1" dirty="0"/>
              <a:t> of </a:t>
            </a:r>
            <a:r>
              <a:rPr lang="pl-PL" i="1" dirty="0" err="1"/>
              <a:t>randomly</a:t>
            </a:r>
            <a:r>
              <a:rPr lang="pl-PL" i="1" dirty="0"/>
              <a:t> time-</a:t>
            </a:r>
            <a:r>
              <a:rPr lang="pl-PL" i="1" dirty="0" err="1"/>
              <a:t>variant</a:t>
            </a:r>
            <a:r>
              <a:rPr lang="pl-PL" i="1" dirty="0"/>
              <a:t> </a:t>
            </a:r>
            <a:r>
              <a:rPr lang="pl-PL" i="1" dirty="0" err="1"/>
              <a:t>channels</a:t>
            </a:r>
            <a:r>
              <a:rPr lang="pl-PL" i="1" dirty="0"/>
              <a:t>”. IEEE Transactions on Communications Systems 11 (4): 360–393.</a:t>
            </a:r>
          </a:p>
          <a:p>
            <a:pPr marL="0" indent="0">
              <a:buNone/>
            </a:pPr>
            <a:r>
              <a:rPr lang="pl-PL" i="1" dirty="0"/>
              <a:t>[2] </a:t>
            </a:r>
            <a:r>
              <a:rPr lang="pl-PL" i="1" dirty="0" err="1"/>
              <a:t>Kawlewski</a:t>
            </a:r>
            <a:r>
              <a:rPr lang="pl-PL" i="1" dirty="0"/>
              <a:t>, Krzysztof, Eugeniusz Świtoński. 2013. „Zastosowanie algorytmów genetycznych w optymalizacji sterowania ruchów roboczych suwnicy pomostowej”. Transport Przemysłowy i Maszyny Robocze 19 (1): 37–41.</a:t>
            </a:r>
          </a:p>
          <a:p>
            <a:pPr marL="0" indent="0">
              <a:buNone/>
            </a:pPr>
            <a:r>
              <a:rPr lang="pl-PL" i="1" dirty="0"/>
              <a:t>[3] Lewandowski, Roman, Ireneusz Kowalski. 2008. „W poszukiwaniu obiektywnych metod pomiaru jakości usług medycznych”. W: Współczesne wyzwania strukturalne i menedżerskie w ochronie zdrowia, 253–266. Uniwersytet Warmińsko-Mazurski w Olsztynie.</a:t>
            </a:r>
          </a:p>
        </p:txBody>
      </p:sp>
      <p:sp>
        <p:nvSpPr>
          <p:cNvPr id="7" name="Content Placeholder 6">
            <a:extLst>
              <a:ext uri="{FF2B5EF4-FFF2-40B4-BE49-F238E27FC236}">
                <a16:creationId xmlns:a16="http://schemas.microsoft.com/office/drawing/2014/main" id="{441B5EEE-3891-A17D-34F2-DEE45719D623}"/>
              </a:ext>
            </a:extLst>
          </p:cNvPr>
          <p:cNvSpPr>
            <a:spLocks noGrp="1"/>
          </p:cNvSpPr>
          <p:nvPr>
            <p:ph sz="half" idx="2"/>
          </p:nvPr>
        </p:nvSpPr>
        <p:spPr/>
        <p:txBody>
          <a:bodyPr/>
          <a:lstStyle/>
          <a:p>
            <a:r>
              <a:rPr lang="pl-PL" dirty="0"/>
              <a:t>Styl: Chicago – imię po nazwisku, przecinki, nawiasy</a:t>
            </a:r>
          </a:p>
          <a:p>
            <a:r>
              <a:rPr lang="pl-PL" dirty="0"/>
              <a:t>Porządek alfabetyczny</a:t>
            </a:r>
          </a:p>
          <a:p>
            <a:r>
              <a:rPr lang="pl-PL" dirty="0"/>
              <a:t>Spójne formatowanie – margines, odstępy, interlinia</a:t>
            </a:r>
          </a:p>
        </p:txBody>
      </p:sp>
      <p:sp>
        <p:nvSpPr>
          <p:cNvPr id="4" name="Slide Number Placeholder 3">
            <a:extLst>
              <a:ext uri="{FF2B5EF4-FFF2-40B4-BE49-F238E27FC236}">
                <a16:creationId xmlns:a16="http://schemas.microsoft.com/office/drawing/2014/main" id="{F8749084-F27D-5BC9-C410-ECAC3344D9B9}"/>
              </a:ext>
            </a:extLst>
          </p:cNvPr>
          <p:cNvSpPr>
            <a:spLocks noGrp="1"/>
          </p:cNvSpPr>
          <p:nvPr>
            <p:ph type="sldNum" sz="quarter" idx="12"/>
          </p:nvPr>
        </p:nvSpPr>
        <p:spPr/>
        <p:txBody>
          <a:bodyPr/>
          <a:lstStyle/>
          <a:p>
            <a:fld id="{90FB5870-25E4-EC4F-9774-9C783410E192}" type="slidenum">
              <a:rPr lang="pl-PL" altLang="pl-PL" smtClean="0"/>
              <a:pPr/>
              <a:t>15</a:t>
            </a:fld>
            <a:endParaRPr lang="pl-PL" altLang="pl-PL"/>
          </a:p>
        </p:txBody>
      </p:sp>
    </p:spTree>
    <p:extLst>
      <p:ext uri="{BB962C8B-B14F-4D97-AF65-F5344CB8AC3E}">
        <p14:creationId xmlns:p14="http://schemas.microsoft.com/office/powerpoint/2010/main" val="107380431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F55763-A029-1500-FECC-E711AB5F4A89}"/>
              </a:ext>
            </a:extLst>
          </p:cNvPr>
          <p:cNvSpPr>
            <a:spLocks noGrp="1"/>
          </p:cNvSpPr>
          <p:nvPr>
            <p:ph type="title"/>
          </p:nvPr>
        </p:nvSpPr>
        <p:spPr/>
        <p:txBody>
          <a:bodyPr/>
          <a:lstStyle/>
          <a:p>
            <a:pPr algn="ctr"/>
            <a:r>
              <a:rPr lang="pl-PL" dirty="0"/>
              <a:t>Styl i spójność</a:t>
            </a:r>
            <a:br>
              <a:rPr lang="pl-PL" dirty="0"/>
            </a:br>
            <a:r>
              <a:rPr lang="pl-PL" b="1" dirty="0">
                <a:solidFill>
                  <a:srgbClr val="00B050"/>
                </a:solidFill>
              </a:rPr>
              <a:t>(przykład dobry)</a:t>
            </a:r>
            <a:endParaRPr lang="pl-PL" dirty="0"/>
          </a:p>
        </p:txBody>
      </p:sp>
      <p:sp>
        <p:nvSpPr>
          <p:cNvPr id="3" name="Content Placeholder 2">
            <a:extLst>
              <a:ext uri="{FF2B5EF4-FFF2-40B4-BE49-F238E27FC236}">
                <a16:creationId xmlns:a16="http://schemas.microsoft.com/office/drawing/2014/main" id="{925906B5-5D31-F0D5-F80F-92697EAB3A65}"/>
              </a:ext>
            </a:extLst>
          </p:cNvPr>
          <p:cNvSpPr>
            <a:spLocks noGrp="1"/>
          </p:cNvSpPr>
          <p:nvPr>
            <p:ph sz="half" idx="1"/>
          </p:nvPr>
        </p:nvSpPr>
        <p:spPr/>
        <p:txBody>
          <a:bodyPr>
            <a:normAutofit fontScale="77500" lnSpcReduction="20000"/>
          </a:bodyPr>
          <a:lstStyle/>
          <a:p>
            <a:pPr marL="0" indent="0">
              <a:buNone/>
            </a:pPr>
            <a:r>
              <a:rPr lang="pl-PL" dirty="0"/>
              <a:t>Przed:</a:t>
            </a:r>
          </a:p>
          <a:p>
            <a:pPr marL="0" indent="0">
              <a:buNone/>
            </a:pPr>
            <a:r>
              <a:rPr lang="pl-PL" i="1" dirty="0"/>
              <a:t>W ostatnich latach technologia rozwija się w bardzo szybkim tempie. Wiele dziedzin życia codziennego oraz przemysłu korzysta z nowych rozwiązań. Przykładem może być tutaj technologia transmisji danych, która znajduje zastosowanie w różnych obszarach.</a:t>
            </a:r>
          </a:p>
          <a:p>
            <a:pPr marL="0" indent="0">
              <a:buNone/>
            </a:pPr>
            <a:r>
              <a:rPr lang="pl-PL" dirty="0"/>
              <a:t>Po:</a:t>
            </a:r>
          </a:p>
          <a:p>
            <a:pPr marL="0" indent="0">
              <a:buNone/>
            </a:pPr>
            <a:r>
              <a:rPr lang="pl-PL" i="1" dirty="0"/>
              <a:t>Rosnące wymagania wobec jakości transmisji danych w zastosowaniach przemysłowych skłaniają do analizy efektywności stosowanych technologii komunikacyjnych. Niniejsza praca koncentruje się na ocenie wpływu parametrów sieciowych na jakość usług w systemach zdalnego sterowania.</a:t>
            </a:r>
          </a:p>
        </p:txBody>
      </p:sp>
      <p:sp>
        <p:nvSpPr>
          <p:cNvPr id="4" name="Content Placeholder 3">
            <a:extLst>
              <a:ext uri="{FF2B5EF4-FFF2-40B4-BE49-F238E27FC236}">
                <a16:creationId xmlns:a16="http://schemas.microsoft.com/office/drawing/2014/main" id="{56086051-0897-8C5F-C210-F0B7702E9739}"/>
              </a:ext>
            </a:extLst>
          </p:cNvPr>
          <p:cNvSpPr>
            <a:spLocks noGrp="1"/>
          </p:cNvSpPr>
          <p:nvPr>
            <p:ph sz="half" idx="2"/>
          </p:nvPr>
        </p:nvSpPr>
        <p:spPr/>
        <p:txBody>
          <a:bodyPr/>
          <a:lstStyle/>
          <a:p>
            <a:r>
              <a:rPr lang="pl-PL" dirty="0"/>
              <a:t>Przejście od ogólników do konkretnego problemu</a:t>
            </a:r>
          </a:p>
          <a:p>
            <a:r>
              <a:rPr lang="pl-PL" dirty="0"/>
              <a:t>Jasne wskazanie obszaru badawczego i celu pracy</a:t>
            </a:r>
          </a:p>
          <a:p>
            <a:r>
              <a:rPr lang="pl-PL" dirty="0"/>
              <a:t>Brak wodolejstwa i tautologii</a:t>
            </a:r>
          </a:p>
          <a:p>
            <a:r>
              <a:rPr lang="pl-PL" dirty="0"/>
              <a:t>Styl bardziej naukowy, z precyzyjnym słownictwem</a:t>
            </a:r>
          </a:p>
          <a:p>
            <a:r>
              <a:rPr lang="pl-PL" dirty="0"/>
              <a:t>Lepsza spójność logiczna i językowa</a:t>
            </a:r>
          </a:p>
        </p:txBody>
      </p:sp>
      <p:sp>
        <p:nvSpPr>
          <p:cNvPr id="7" name="Slide Number Placeholder 6">
            <a:extLst>
              <a:ext uri="{FF2B5EF4-FFF2-40B4-BE49-F238E27FC236}">
                <a16:creationId xmlns:a16="http://schemas.microsoft.com/office/drawing/2014/main" id="{1526D495-60B9-A5EA-720D-2A78D5F69198}"/>
              </a:ext>
            </a:extLst>
          </p:cNvPr>
          <p:cNvSpPr>
            <a:spLocks noGrp="1"/>
          </p:cNvSpPr>
          <p:nvPr>
            <p:ph type="sldNum" sz="quarter" idx="12"/>
          </p:nvPr>
        </p:nvSpPr>
        <p:spPr/>
        <p:txBody>
          <a:bodyPr/>
          <a:lstStyle/>
          <a:p>
            <a:fld id="{9DD2003B-10DC-4846-AEB8-9A69F9F91F58}" type="slidenum">
              <a:rPr lang="pl-PL" altLang="pl-PL" smtClean="0"/>
              <a:pPr/>
              <a:t>16</a:t>
            </a:fld>
            <a:endParaRPr lang="pl-PL" altLang="pl-PL"/>
          </a:p>
        </p:txBody>
      </p:sp>
    </p:spTree>
    <p:extLst>
      <p:ext uri="{BB962C8B-B14F-4D97-AF65-F5344CB8AC3E}">
        <p14:creationId xmlns:p14="http://schemas.microsoft.com/office/powerpoint/2010/main" val="118082570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B64C98-3E5C-B556-1114-EA961CD25C3A}"/>
              </a:ext>
            </a:extLst>
          </p:cNvPr>
          <p:cNvSpPr>
            <a:spLocks noGrp="1"/>
          </p:cNvSpPr>
          <p:nvPr>
            <p:ph type="title"/>
          </p:nvPr>
        </p:nvSpPr>
        <p:spPr/>
        <p:txBody>
          <a:bodyPr/>
          <a:lstStyle/>
          <a:p>
            <a:pPr algn="ctr"/>
            <a:r>
              <a:rPr lang="pl-PL" dirty="0"/>
              <a:t>Gdzie i kiedy zgłaszać?</a:t>
            </a:r>
          </a:p>
        </p:txBody>
      </p:sp>
      <p:sp>
        <p:nvSpPr>
          <p:cNvPr id="3" name="Content Placeholder 2">
            <a:extLst>
              <a:ext uri="{FF2B5EF4-FFF2-40B4-BE49-F238E27FC236}">
                <a16:creationId xmlns:a16="http://schemas.microsoft.com/office/drawing/2014/main" id="{BCF399FE-89DB-936E-19CB-5FCE2A8F6966}"/>
              </a:ext>
            </a:extLst>
          </p:cNvPr>
          <p:cNvSpPr>
            <a:spLocks noGrp="1"/>
          </p:cNvSpPr>
          <p:nvPr>
            <p:ph idx="1"/>
          </p:nvPr>
        </p:nvSpPr>
        <p:spPr/>
        <p:txBody>
          <a:bodyPr/>
          <a:lstStyle/>
          <a:p>
            <a:r>
              <a:rPr lang="pl-PL" dirty="0"/>
              <a:t>Wszyscy raportują w formatce KRIT, ale tylko najlepszych zaprosimy do rzeczywistego zgłoszenia</a:t>
            </a:r>
          </a:p>
          <a:p>
            <a:r>
              <a:rPr lang="pl-PL" dirty="0"/>
              <a:t>System konferencyjny (adres na stronie KRiT: </a:t>
            </a:r>
            <a:r>
              <a:rPr lang="pl-PL" dirty="0">
                <a:hlinkClick r:id="rId2"/>
              </a:rPr>
              <a:t>http://krit.com.pl</a:t>
            </a:r>
            <a:r>
              <a:rPr lang="pl-PL" dirty="0"/>
              <a:t>)</a:t>
            </a:r>
          </a:p>
          <a:p>
            <a:r>
              <a:rPr lang="pl-PL" dirty="0"/>
              <a:t>Termin zgłoszeń: zazwyczaj maj/czerwiec</a:t>
            </a:r>
          </a:p>
          <a:p>
            <a:r>
              <a:rPr lang="pl-PL" dirty="0"/>
              <a:t>Recenzje: czerwiec/lipiec</a:t>
            </a:r>
          </a:p>
          <a:p>
            <a:r>
              <a:rPr lang="pl-PL" dirty="0"/>
              <a:t>Prezentacje: wrzesień (ustne lub plakatowe)</a:t>
            </a:r>
          </a:p>
        </p:txBody>
      </p:sp>
      <p:sp>
        <p:nvSpPr>
          <p:cNvPr id="6" name="Slide Number Placeholder 5">
            <a:extLst>
              <a:ext uri="{FF2B5EF4-FFF2-40B4-BE49-F238E27FC236}">
                <a16:creationId xmlns:a16="http://schemas.microsoft.com/office/drawing/2014/main" id="{DF583F09-20F1-0892-5FA2-DAEF4A3DA917}"/>
              </a:ext>
            </a:extLst>
          </p:cNvPr>
          <p:cNvSpPr>
            <a:spLocks noGrp="1"/>
          </p:cNvSpPr>
          <p:nvPr>
            <p:ph type="sldNum" sz="quarter" idx="12"/>
          </p:nvPr>
        </p:nvSpPr>
        <p:spPr/>
        <p:txBody>
          <a:bodyPr/>
          <a:lstStyle/>
          <a:p>
            <a:fld id="{90FB5870-25E4-EC4F-9774-9C783410E192}" type="slidenum">
              <a:rPr lang="pl-PL" altLang="pl-PL" smtClean="0"/>
              <a:pPr/>
              <a:t>17</a:t>
            </a:fld>
            <a:endParaRPr lang="pl-PL" altLang="pl-PL"/>
          </a:p>
        </p:txBody>
      </p:sp>
    </p:spTree>
    <p:extLst>
      <p:ext uri="{BB962C8B-B14F-4D97-AF65-F5344CB8AC3E}">
        <p14:creationId xmlns:p14="http://schemas.microsoft.com/office/powerpoint/2010/main" val="298497238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4B73AF-02AC-5E22-7278-E9E8C3A276C8}"/>
              </a:ext>
            </a:extLst>
          </p:cNvPr>
          <p:cNvSpPr>
            <a:spLocks noGrp="1"/>
          </p:cNvSpPr>
          <p:nvPr>
            <p:ph type="title"/>
          </p:nvPr>
        </p:nvSpPr>
        <p:spPr/>
        <p:txBody>
          <a:bodyPr/>
          <a:lstStyle/>
          <a:p>
            <a:pPr algn="ctr"/>
            <a:r>
              <a:rPr lang="pl-PL" noProof="0" dirty="0"/>
              <a:t>Konferencja</a:t>
            </a:r>
            <a:br>
              <a:rPr lang="pl-PL" noProof="0" dirty="0"/>
            </a:br>
            <a:r>
              <a:rPr lang="pl-PL" noProof="0" dirty="0"/>
              <a:t>Radiokomunikacji i Teleinformatyki</a:t>
            </a:r>
          </a:p>
        </p:txBody>
      </p:sp>
      <p:sp>
        <p:nvSpPr>
          <p:cNvPr id="3" name="Content Placeholder 2">
            <a:extLst>
              <a:ext uri="{FF2B5EF4-FFF2-40B4-BE49-F238E27FC236}">
                <a16:creationId xmlns:a16="http://schemas.microsoft.com/office/drawing/2014/main" id="{040212A3-054C-F191-E7BF-B6034D180B74}"/>
              </a:ext>
            </a:extLst>
          </p:cNvPr>
          <p:cNvSpPr>
            <a:spLocks noGrp="1"/>
          </p:cNvSpPr>
          <p:nvPr>
            <p:ph sz="half" idx="1"/>
          </p:nvPr>
        </p:nvSpPr>
        <p:spPr/>
        <p:txBody>
          <a:bodyPr>
            <a:normAutofit fontScale="77500" lnSpcReduction="20000"/>
          </a:bodyPr>
          <a:lstStyle/>
          <a:p>
            <a:r>
              <a:rPr lang="pl-PL" dirty="0"/>
              <a:t>Co roku we wrześniu, organizowana rotacyjnie przez czołowe ośrodki akademickie</a:t>
            </a:r>
          </a:p>
          <a:p>
            <a:r>
              <a:rPr lang="pl-PL" dirty="0"/>
              <a:t>Referaty publikowane w „Przeglądzie Telekomunikacyjnym i Wiadomościach Telekomunikacyjnych” (PTiWT)</a:t>
            </a:r>
          </a:p>
          <a:p>
            <a:r>
              <a:rPr lang="pl-PL" dirty="0"/>
              <a:t>Najlepsze prace po rozszerzeniu i tłumaczeniu kierowane do „International Journal of Electronics and Telecommunications” (IJET)</a:t>
            </a:r>
          </a:p>
          <a:p>
            <a:r>
              <a:rPr lang="pl-PL" dirty="0"/>
              <a:t>Konkurs na najlepszy referat młodego autora</a:t>
            </a:r>
          </a:p>
          <a:p>
            <a:r>
              <a:rPr lang="pl-PL" dirty="0"/>
              <a:t>Wartość dodana: integracja, ludzie, prezentacja efektów pracy, nie tylko publikacja</a:t>
            </a:r>
            <a:endParaRPr lang="pl-PL" noProof="0" dirty="0"/>
          </a:p>
        </p:txBody>
      </p:sp>
      <p:pic>
        <p:nvPicPr>
          <p:cNvPr id="9" name="Content Placeholder 8" descr="A blue and yellow logo&#10;&#10;AI-generated content may be incorrect.">
            <a:extLst>
              <a:ext uri="{FF2B5EF4-FFF2-40B4-BE49-F238E27FC236}">
                <a16:creationId xmlns:a16="http://schemas.microsoft.com/office/drawing/2014/main" id="{0771763E-FA63-B850-3BF6-03AA7E0FA449}"/>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6800850" y="3318837"/>
            <a:ext cx="5708650" cy="2179302"/>
          </a:xfrm>
        </p:spPr>
      </p:pic>
      <p:sp>
        <p:nvSpPr>
          <p:cNvPr id="7" name="Slide Number Placeholder 6">
            <a:extLst>
              <a:ext uri="{FF2B5EF4-FFF2-40B4-BE49-F238E27FC236}">
                <a16:creationId xmlns:a16="http://schemas.microsoft.com/office/drawing/2014/main" id="{9717B479-87F7-1DB4-4E63-377BA6A57F44}"/>
              </a:ext>
            </a:extLst>
          </p:cNvPr>
          <p:cNvSpPr>
            <a:spLocks noGrp="1"/>
          </p:cNvSpPr>
          <p:nvPr>
            <p:ph type="sldNum" sz="quarter" idx="12"/>
          </p:nvPr>
        </p:nvSpPr>
        <p:spPr/>
        <p:txBody>
          <a:bodyPr/>
          <a:lstStyle/>
          <a:p>
            <a:fld id="{9DD2003B-10DC-4846-AEB8-9A69F9F91F58}" type="slidenum">
              <a:rPr lang="pl-PL" altLang="pl-PL" smtClean="0"/>
              <a:pPr/>
              <a:t>18</a:t>
            </a:fld>
            <a:endParaRPr lang="pl-PL" altLang="pl-PL"/>
          </a:p>
        </p:txBody>
      </p:sp>
    </p:spTree>
    <p:extLst>
      <p:ext uri="{BB962C8B-B14F-4D97-AF65-F5344CB8AC3E}">
        <p14:creationId xmlns:p14="http://schemas.microsoft.com/office/powerpoint/2010/main" val="20842485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EEB013-6246-2222-108F-F3CE9783F502}"/>
              </a:ext>
            </a:extLst>
          </p:cNvPr>
          <p:cNvSpPr>
            <a:spLocks noGrp="1"/>
          </p:cNvSpPr>
          <p:nvPr>
            <p:ph type="title"/>
          </p:nvPr>
        </p:nvSpPr>
        <p:spPr/>
        <p:txBody>
          <a:bodyPr/>
          <a:lstStyle/>
          <a:p>
            <a:pPr algn="ctr"/>
            <a:r>
              <a:rPr lang="pl-PL" dirty="0"/>
              <a:t>Ograniczenia formalne</a:t>
            </a:r>
          </a:p>
        </p:txBody>
      </p:sp>
      <p:sp>
        <p:nvSpPr>
          <p:cNvPr id="3" name="Content Placeholder 2">
            <a:extLst>
              <a:ext uri="{FF2B5EF4-FFF2-40B4-BE49-F238E27FC236}">
                <a16:creationId xmlns:a16="http://schemas.microsoft.com/office/drawing/2014/main" id="{BF51EE69-3474-6D81-2402-90F004A4157A}"/>
              </a:ext>
            </a:extLst>
          </p:cNvPr>
          <p:cNvSpPr>
            <a:spLocks noGrp="1"/>
          </p:cNvSpPr>
          <p:nvPr>
            <p:ph sz="half" idx="1"/>
          </p:nvPr>
        </p:nvSpPr>
        <p:spPr/>
        <p:txBody>
          <a:bodyPr/>
          <a:lstStyle/>
          <a:p>
            <a:r>
              <a:rPr lang="pl-PL" dirty="0"/>
              <a:t>Język: polski (angielski tylko przy autorze zagranicznym)</a:t>
            </a:r>
          </a:p>
          <a:p>
            <a:r>
              <a:rPr lang="pl-PL" dirty="0"/>
              <a:t>Maksymalnie 4 strony, układ dwukolumnowy</a:t>
            </a:r>
          </a:p>
          <a:p>
            <a:r>
              <a:rPr lang="pl-PL" dirty="0"/>
              <a:t>Format: PDF zgodny ze wzorem szablonu</a:t>
            </a:r>
          </a:p>
          <a:p>
            <a:r>
              <a:rPr lang="pl-PL" dirty="0"/>
              <a:t>Czcionka: Times New Roman 10 pkt, wcięcia, podział wyrazów</a:t>
            </a:r>
          </a:p>
          <a:p>
            <a:r>
              <a:rPr lang="pl-PL" dirty="0"/>
              <a:t>Rysunki z podpisami, brak numerów stron</a:t>
            </a:r>
          </a:p>
        </p:txBody>
      </p:sp>
      <p:pic>
        <p:nvPicPr>
          <p:cNvPr id="9" name="Content Placeholder 8">
            <a:extLst>
              <a:ext uri="{FF2B5EF4-FFF2-40B4-BE49-F238E27FC236}">
                <a16:creationId xmlns:a16="http://schemas.microsoft.com/office/drawing/2014/main" id="{50CCD932-1E3A-DB1F-572F-E35249409D6A}"/>
              </a:ext>
            </a:extLst>
          </p:cNvPr>
          <p:cNvPicPr>
            <a:picLocks noGrp="1" noChangeAspect="1"/>
          </p:cNvPicPr>
          <p:nvPr>
            <p:ph sz="half" idx="2"/>
          </p:nvPr>
        </p:nvPicPr>
        <p:blipFill>
          <a:blip r:embed="rId2"/>
          <a:stretch>
            <a:fillRect/>
          </a:stretch>
        </p:blipFill>
        <p:spPr>
          <a:xfrm>
            <a:off x="7961245" y="2011363"/>
            <a:ext cx="3387860" cy="4794250"/>
          </a:xfrm>
        </p:spPr>
      </p:pic>
      <p:sp>
        <p:nvSpPr>
          <p:cNvPr id="7" name="Slide Number Placeholder 6">
            <a:extLst>
              <a:ext uri="{FF2B5EF4-FFF2-40B4-BE49-F238E27FC236}">
                <a16:creationId xmlns:a16="http://schemas.microsoft.com/office/drawing/2014/main" id="{F642D663-80BC-2318-04BA-3B3620CA451F}"/>
              </a:ext>
            </a:extLst>
          </p:cNvPr>
          <p:cNvSpPr>
            <a:spLocks noGrp="1"/>
          </p:cNvSpPr>
          <p:nvPr>
            <p:ph type="sldNum" sz="quarter" idx="12"/>
          </p:nvPr>
        </p:nvSpPr>
        <p:spPr/>
        <p:txBody>
          <a:bodyPr/>
          <a:lstStyle/>
          <a:p>
            <a:fld id="{9DD2003B-10DC-4846-AEB8-9A69F9F91F58}" type="slidenum">
              <a:rPr lang="pl-PL" altLang="pl-PL" smtClean="0"/>
              <a:pPr/>
              <a:t>19</a:t>
            </a:fld>
            <a:endParaRPr lang="pl-PL" altLang="pl-PL"/>
          </a:p>
        </p:txBody>
      </p:sp>
    </p:spTree>
    <p:extLst>
      <p:ext uri="{BB962C8B-B14F-4D97-AF65-F5344CB8AC3E}">
        <p14:creationId xmlns:p14="http://schemas.microsoft.com/office/powerpoint/2010/main" val="289122946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2BF03E-008A-4CCE-18FA-F7C48D82B98F}"/>
              </a:ext>
            </a:extLst>
          </p:cNvPr>
          <p:cNvSpPr>
            <a:spLocks noGrp="1"/>
          </p:cNvSpPr>
          <p:nvPr>
            <p:ph type="title"/>
          </p:nvPr>
        </p:nvSpPr>
        <p:spPr/>
        <p:txBody>
          <a:bodyPr/>
          <a:lstStyle/>
          <a:p>
            <a:pPr algn="ctr"/>
            <a:r>
              <a:rPr lang="pl-PL" dirty="0"/>
              <a:t>Po konferencji</a:t>
            </a:r>
          </a:p>
        </p:txBody>
      </p:sp>
      <p:sp>
        <p:nvSpPr>
          <p:cNvPr id="3" name="Content Placeholder 2">
            <a:extLst>
              <a:ext uri="{FF2B5EF4-FFF2-40B4-BE49-F238E27FC236}">
                <a16:creationId xmlns:a16="http://schemas.microsoft.com/office/drawing/2014/main" id="{649E590B-2E60-D96C-CA37-4EFC9FDB50A4}"/>
              </a:ext>
            </a:extLst>
          </p:cNvPr>
          <p:cNvSpPr>
            <a:spLocks noGrp="1"/>
          </p:cNvSpPr>
          <p:nvPr>
            <p:ph idx="1"/>
          </p:nvPr>
        </p:nvSpPr>
        <p:spPr/>
        <p:txBody>
          <a:bodyPr>
            <a:normAutofit fontScale="92500" lnSpcReduction="20000"/>
          </a:bodyPr>
          <a:lstStyle/>
          <a:p>
            <a:r>
              <a:rPr lang="pl-PL" dirty="0"/>
              <a:t>Publikacja artykułu w „PTiWT” jako potwierdzenie jakości prezentowanego badania</a:t>
            </a:r>
          </a:p>
          <a:p>
            <a:r>
              <a:rPr lang="pl-PL" dirty="0"/>
              <a:t>Możliwość rozszerzenia najlepszych prac i ich przetłumaczenia do publikacji w „IJET”, co zwiększa ich zasięg i prestiż</a:t>
            </a:r>
          </a:p>
          <a:p>
            <a:r>
              <a:rPr lang="pl-PL" dirty="0"/>
              <a:t>Otwarcie drogi do kolejnych publikacji, zwiększenia widoczności badań i potencjalnych cytowań w literaturze naukowej</a:t>
            </a:r>
          </a:p>
          <a:p>
            <a:r>
              <a:rPr lang="pl-PL" dirty="0"/>
              <a:t>Utrwalenie osiągnięcia naukowego poprzez wpis do CV, dorobku naukowego i profilu akademickiego</a:t>
            </a:r>
          </a:p>
          <a:p>
            <a:r>
              <a:rPr lang="pl-PL" dirty="0"/>
              <a:t>Budowanie rozpoznawalności autora i zespołu badawczego w środowisku naukowym</a:t>
            </a:r>
          </a:p>
          <a:p>
            <a:r>
              <a:rPr lang="pl-PL" dirty="0"/>
              <a:t>Zdobycie doświadczenia konferencyjnego, prezentacyjnego i recenzyjnego potrzebnego na dalszych etapach kariery</a:t>
            </a:r>
          </a:p>
        </p:txBody>
      </p:sp>
      <p:sp>
        <p:nvSpPr>
          <p:cNvPr id="6" name="Slide Number Placeholder 5">
            <a:extLst>
              <a:ext uri="{FF2B5EF4-FFF2-40B4-BE49-F238E27FC236}">
                <a16:creationId xmlns:a16="http://schemas.microsoft.com/office/drawing/2014/main" id="{03A428B6-ACA8-6E4D-4F31-8E6108B5305D}"/>
              </a:ext>
            </a:extLst>
          </p:cNvPr>
          <p:cNvSpPr>
            <a:spLocks noGrp="1"/>
          </p:cNvSpPr>
          <p:nvPr>
            <p:ph type="sldNum" sz="quarter" idx="12"/>
          </p:nvPr>
        </p:nvSpPr>
        <p:spPr/>
        <p:txBody>
          <a:bodyPr/>
          <a:lstStyle/>
          <a:p>
            <a:fld id="{90FB5870-25E4-EC4F-9774-9C783410E192}" type="slidenum">
              <a:rPr lang="pl-PL" altLang="pl-PL" smtClean="0"/>
              <a:pPr/>
              <a:t>20</a:t>
            </a:fld>
            <a:endParaRPr lang="pl-PL" altLang="pl-PL"/>
          </a:p>
        </p:txBody>
      </p:sp>
    </p:spTree>
    <p:extLst>
      <p:ext uri="{BB962C8B-B14F-4D97-AF65-F5344CB8AC3E}">
        <p14:creationId xmlns:p14="http://schemas.microsoft.com/office/powerpoint/2010/main" val="143121020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ACF757-5208-BF67-0B42-01249101A29F}"/>
              </a:ext>
            </a:extLst>
          </p:cNvPr>
          <p:cNvSpPr>
            <a:spLocks noGrp="1"/>
          </p:cNvSpPr>
          <p:nvPr>
            <p:ph type="title"/>
          </p:nvPr>
        </p:nvSpPr>
        <p:spPr/>
        <p:txBody>
          <a:bodyPr/>
          <a:lstStyle/>
          <a:p>
            <a:pPr algn="ctr"/>
            <a:r>
              <a:rPr lang="pl-PL" dirty="0"/>
              <a:t>Dodatkowe źródła i kursy</a:t>
            </a:r>
            <a:br>
              <a:rPr lang="pl-PL" dirty="0"/>
            </a:br>
            <a:r>
              <a:rPr lang="pl-PL" dirty="0"/>
              <a:t>(do samodzielnego rozwoju)</a:t>
            </a:r>
          </a:p>
        </p:txBody>
      </p:sp>
      <p:sp>
        <p:nvSpPr>
          <p:cNvPr id="3" name="Content Placeholder 2">
            <a:extLst>
              <a:ext uri="{FF2B5EF4-FFF2-40B4-BE49-F238E27FC236}">
                <a16:creationId xmlns:a16="http://schemas.microsoft.com/office/drawing/2014/main" id="{83B0C7A8-0A2C-B491-3942-A757A65F272E}"/>
              </a:ext>
            </a:extLst>
          </p:cNvPr>
          <p:cNvSpPr>
            <a:spLocks noGrp="1"/>
          </p:cNvSpPr>
          <p:nvPr>
            <p:ph idx="1"/>
          </p:nvPr>
        </p:nvSpPr>
        <p:spPr/>
        <p:txBody>
          <a:bodyPr>
            <a:normAutofit fontScale="92500" lnSpcReduction="10000"/>
          </a:bodyPr>
          <a:lstStyle/>
          <a:p>
            <a:r>
              <a:rPr lang="pl-PL" dirty="0" err="1"/>
              <a:t>Writing</a:t>
            </a:r>
            <a:r>
              <a:rPr lang="pl-PL" dirty="0"/>
              <a:t> in the Sciences – Stanford/Coursera: </a:t>
            </a:r>
            <a:r>
              <a:rPr lang="pl-PL" dirty="0">
                <a:hlinkClick r:id="rId2"/>
              </a:rPr>
              <a:t>https://www.coursera.org/learn/sciwrite</a:t>
            </a:r>
            <a:endParaRPr lang="pl-PL" dirty="0"/>
          </a:p>
          <a:p>
            <a:r>
              <a:rPr lang="pl-PL" dirty="0" err="1"/>
              <a:t>Writing</a:t>
            </a:r>
            <a:r>
              <a:rPr lang="pl-PL" dirty="0"/>
              <a:t> for Science and Engineering – Elsevier: </a:t>
            </a:r>
            <a:r>
              <a:rPr lang="pl-PL" dirty="0">
                <a:hlinkClick r:id="rId3"/>
              </a:rPr>
              <a:t>https://www.sciencedirect.com/book/monograph/9780080982854/writing-for-science-and-engineering</a:t>
            </a:r>
            <a:endParaRPr lang="pl-PL" dirty="0"/>
          </a:p>
          <a:p>
            <a:r>
              <a:rPr lang="pl-PL" dirty="0"/>
              <a:t>Nature </a:t>
            </a:r>
            <a:r>
              <a:rPr lang="pl-PL" dirty="0" err="1"/>
              <a:t>Masterclasses</a:t>
            </a:r>
            <a:r>
              <a:rPr lang="pl-PL" dirty="0"/>
              <a:t> (Springer Nature, IDUB/AGH) – bezpłatny dostęp dla studentów i pracowników AGH (do 29.09.2026); m.in. kursy z pisania, publikowania i recenzowania artykułów, komunikacji naukowej i pozyskiwania grantów: </a:t>
            </a:r>
            <a:r>
              <a:rPr lang="pl-PL" dirty="0">
                <a:hlinkClick r:id="rId4"/>
              </a:rPr>
              <a:t>https://www.idub.agh.edu.pl/dzialania/dzialanie-1-finansowanie-wyjazdow-studyjnych-zwiazanych-z-nawiazywaniem-kontaktow-i-prac-zwiazanych-z-przygotowywaniem-wnioskow-o-granty/kursy-nature-masterclasses-dla-doktorantow-i-pracownikow-agh</a:t>
            </a:r>
            <a:endParaRPr lang="pl-PL" dirty="0"/>
          </a:p>
        </p:txBody>
      </p:sp>
      <p:sp>
        <p:nvSpPr>
          <p:cNvPr id="6" name="Slide Number Placeholder 5">
            <a:extLst>
              <a:ext uri="{FF2B5EF4-FFF2-40B4-BE49-F238E27FC236}">
                <a16:creationId xmlns:a16="http://schemas.microsoft.com/office/drawing/2014/main" id="{4295D23F-71D3-DA63-4320-0EE7BEB49972}"/>
              </a:ext>
            </a:extLst>
          </p:cNvPr>
          <p:cNvSpPr>
            <a:spLocks noGrp="1"/>
          </p:cNvSpPr>
          <p:nvPr>
            <p:ph type="sldNum" sz="quarter" idx="12"/>
          </p:nvPr>
        </p:nvSpPr>
        <p:spPr/>
        <p:txBody>
          <a:bodyPr/>
          <a:lstStyle/>
          <a:p>
            <a:fld id="{90FB5870-25E4-EC4F-9774-9C783410E192}" type="slidenum">
              <a:rPr lang="pl-PL" altLang="pl-PL" smtClean="0"/>
              <a:pPr/>
              <a:t>21</a:t>
            </a:fld>
            <a:endParaRPr lang="pl-PL" altLang="pl-PL"/>
          </a:p>
        </p:txBody>
      </p:sp>
    </p:spTree>
    <p:extLst>
      <p:ext uri="{BB962C8B-B14F-4D97-AF65-F5344CB8AC3E}">
        <p14:creationId xmlns:p14="http://schemas.microsoft.com/office/powerpoint/2010/main" val="137714970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C7C78A-1F7D-EFBB-DBE5-C4C952638A88}"/>
              </a:ext>
            </a:extLst>
          </p:cNvPr>
          <p:cNvSpPr>
            <a:spLocks noGrp="1"/>
          </p:cNvSpPr>
          <p:nvPr>
            <p:ph type="title"/>
          </p:nvPr>
        </p:nvSpPr>
        <p:spPr/>
        <p:txBody>
          <a:bodyPr/>
          <a:lstStyle/>
          <a:p>
            <a:pPr algn="ctr"/>
            <a:r>
              <a:rPr lang="pl-PL" dirty="0"/>
              <a:t>Podsumowanie seminarium</a:t>
            </a:r>
          </a:p>
        </p:txBody>
      </p:sp>
      <p:sp>
        <p:nvSpPr>
          <p:cNvPr id="3" name="Content Placeholder 2">
            <a:extLst>
              <a:ext uri="{FF2B5EF4-FFF2-40B4-BE49-F238E27FC236}">
                <a16:creationId xmlns:a16="http://schemas.microsoft.com/office/drawing/2014/main" id="{9E7782E5-D4E4-6EB5-B4BC-B602BF0EC668}"/>
              </a:ext>
            </a:extLst>
          </p:cNvPr>
          <p:cNvSpPr>
            <a:spLocks noGrp="1"/>
          </p:cNvSpPr>
          <p:nvPr>
            <p:ph idx="1"/>
          </p:nvPr>
        </p:nvSpPr>
        <p:spPr/>
        <p:txBody>
          <a:bodyPr>
            <a:normAutofit fontScale="92500" lnSpcReduction="20000"/>
          </a:bodyPr>
          <a:lstStyle/>
          <a:p>
            <a:r>
              <a:rPr lang="pl-PL" dirty="0"/>
              <a:t>Przejrzysta i konsekwentna struktura raportu jako fundament dobrej komunikacji naukowej</a:t>
            </a:r>
          </a:p>
          <a:p>
            <a:r>
              <a:rPr lang="pl-PL" dirty="0"/>
              <a:t>Ścisłe trzymanie się wymaganego układu sekcji, bez dodawania lub przestawiania elementów</a:t>
            </a:r>
          </a:p>
          <a:p>
            <a:r>
              <a:rPr lang="pl-PL" dirty="0"/>
              <a:t>Wprowadzenie z jasno określonym problemem badawczym, celem pracy i jej uzasadnieniem</a:t>
            </a:r>
          </a:p>
          <a:p>
            <a:r>
              <a:rPr lang="pl-PL" dirty="0"/>
              <a:t>Dokładny, możliwy do powtórzenia przez innych opis eksperymentu i zastosowanej metodyki</a:t>
            </a:r>
          </a:p>
          <a:p>
            <a:r>
              <a:rPr lang="pl-PL" dirty="0"/>
              <a:t>Wyniki przedstawione w powiązaniu z wcześniejszymi badaniami i ich krytyczna interpretacja</a:t>
            </a:r>
          </a:p>
          <a:p>
            <a:r>
              <a:rPr lang="pl-PL" dirty="0"/>
              <a:t>Gotowość raportu do zgłoszenia na konferencję naukową i dalszej publikacji w czasopiśmie</a:t>
            </a:r>
          </a:p>
        </p:txBody>
      </p:sp>
      <p:sp>
        <p:nvSpPr>
          <p:cNvPr id="6" name="Slide Number Placeholder 5">
            <a:extLst>
              <a:ext uri="{FF2B5EF4-FFF2-40B4-BE49-F238E27FC236}">
                <a16:creationId xmlns:a16="http://schemas.microsoft.com/office/drawing/2014/main" id="{E0B99BB4-152F-8579-96CB-1FD0F69DD348}"/>
              </a:ext>
            </a:extLst>
          </p:cNvPr>
          <p:cNvSpPr>
            <a:spLocks noGrp="1"/>
          </p:cNvSpPr>
          <p:nvPr>
            <p:ph type="sldNum" sz="quarter" idx="12"/>
          </p:nvPr>
        </p:nvSpPr>
        <p:spPr/>
        <p:txBody>
          <a:bodyPr/>
          <a:lstStyle/>
          <a:p>
            <a:fld id="{90FB5870-25E4-EC4F-9774-9C783410E192}" type="slidenum">
              <a:rPr lang="pl-PL" altLang="pl-PL" smtClean="0"/>
              <a:pPr/>
              <a:t>22</a:t>
            </a:fld>
            <a:endParaRPr lang="pl-PL" altLang="pl-PL"/>
          </a:p>
        </p:txBody>
      </p:sp>
    </p:spTree>
    <p:extLst>
      <p:ext uri="{BB962C8B-B14F-4D97-AF65-F5344CB8AC3E}">
        <p14:creationId xmlns:p14="http://schemas.microsoft.com/office/powerpoint/2010/main" val="360801250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D1732D-2DC1-9C0A-2596-54401DBF9507}"/>
              </a:ext>
            </a:extLst>
          </p:cNvPr>
          <p:cNvSpPr>
            <a:spLocks noGrp="1"/>
          </p:cNvSpPr>
          <p:nvPr>
            <p:ph type="title"/>
          </p:nvPr>
        </p:nvSpPr>
        <p:spPr/>
        <p:txBody>
          <a:bodyPr/>
          <a:lstStyle/>
          <a:p>
            <a:pPr algn="ctr"/>
            <a:r>
              <a:rPr lang="pl-PL" dirty="0"/>
              <a:t>Pytania/dyskusja</a:t>
            </a:r>
          </a:p>
        </p:txBody>
      </p:sp>
      <p:sp>
        <p:nvSpPr>
          <p:cNvPr id="6" name="Slide Number Placeholder 5">
            <a:extLst>
              <a:ext uri="{FF2B5EF4-FFF2-40B4-BE49-F238E27FC236}">
                <a16:creationId xmlns:a16="http://schemas.microsoft.com/office/drawing/2014/main" id="{36D813B6-9C47-6330-737F-EC428A190554}"/>
              </a:ext>
            </a:extLst>
          </p:cNvPr>
          <p:cNvSpPr>
            <a:spLocks noGrp="1"/>
          </p:cNvSpPr>
          <p:nvPr>
            <p:ph type="sldNum" sz="quarter" idx="12"/>
          </p:nvPr>
        </p:nvSpPr>
        <p:spPr/>
        <p:txBody>
          <a:bodyPr/>
          <a:lstStyle/>
          <a:p>
            <a:fld id="{90FB5870-25E4-EC4F-9774-9C783410E192}" type="slidenum">
              <a:rPr lang="pl-PL" altLang="pl-PL" smtClean="0"/>
              <a:pPr/>
              <a:t>23</a:t>
            </a:fld>
            <a:endParaRPr lang="pl-PL" altLang="pl-PL"/>
          </a:p>
        </p:txBody>
      </p:sp>
      <p:pic>
        <p:nvPicPr>
          <p:cNvPr id="11" name="Content Placeholder 10" descr="A group of people with question marks&#10;&#10;AI-generated content may be incorrect.">
            <a:extLst>
              <a:ext uri="{FF2B5EF4-FFF2-40B4-BE49-F238E27FC236}">
                <a16:creationId xmlns:a16="http://schemas.microsoft.com/office/drawing/2014/main" id="{93C60992-6E1E-DAED-C112-A5B03B1F979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118629" y="2011363"/>
            <a:ext cx="3196166" cy="4794250"/>
          </a:xfrm>
        </p:spPr>
      </p:pic>
    </p:spTree>
    <p:extLst>
      <p:ext uri="{BB962C8B-B14F-4D97-AF65-F5344CB8AC3E}">
        <p14:creationId xmlns:p14="http://schemas.microsoft.com/office/powerpoint/2010/main" val="3872231991"/>
      </p:ext>
    </p:extLst>
  </p:cSld>
  <p:clrMapOvr>
    <a:masterClrMapping/>
  </p:clrMapOvr>
</p:sld>
</file>

<file path=ppt/theme/theme1.xml><?xml version="1.0" encoding="utf-8"?>
<a:theme xmlns:a="http://schemas.openxmlformats.org/drawingml/2006/main" name="Blank Presentation">
  <a:themeElements>
    <a:clrScheme name="Motyw pakietu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Motyw pakietu 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Motyw pakietu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Motyw pakietu Office">
  <a:themeElements>
    <a:clrScheme name="">
      <a:dk1>
        <a:srgbClr val="000000"/>
      </a:dk1>
      <a:lt1>
        <a:srgbClr val="FFFFFF"/>
      </a:lt1>
      <a:dk2>
        <a:srgbClr val="A7A7A7"/>
      </a:dk2>
      <a:lt2>
        <a:srgbClr val="535353"/>
      </a:lt2>
      <a:accent1>
        <a:srgbClr val="BBE0E3"/>
      </a:accent1>
      <a:accent2>
        <a:srgbClr val="333399"/>
      </a:accent2>
      <a:accent3>
        <a:srgbClr val="FFFFFF"/>
      </a:accent3>
      <a:accent4>
        <a:srgbClr val="000000"/>
      </a:accent4>
      <a:accent5>
        <a:srgbClr val="DAEDEF"/>
      </a:accent5>
      <a:accent6>
        <a:srgbClr val="2D2D8A"/>
      </a:accent6>
      <a:hlink>
        <a:srgbClr val="0000FF"/>
      </a:hlink>
      <a:folHlink>
        <a:srgbClr val="FF00FF"/>
      </a:folHlink>
    </a:clrScheme>
    <a:fontScheme name="Pakiet 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akiet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457</TotalTime>
  <Words>1657</Words>
  <Application>Microsoft Macintosh PowerPoint</Application>
  <PresentationFormat>Custom</PresentationFormat>
  <Paragraphs>158</Paragraphs>
  <Slides>23</Slides>
  <Notes>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23</vt:i4>
      </vt:variant>
    </vt:vector>
  </HeadingPairs>
  <TitlesOfParts>
    <vt:vector size="29" baseType="lpstr">
      <vt:lpstr>Arial</vt:lpstr>
      <vt:lpstr>Calibri</vt:lpstr>
      <vt:lpstr>Calibri Light</vt:lpstr>
      <vt:lpstr>FagoNoBoldCE-Caps</vt:lpstr>
      <vt:lpstr>Helvetica Neue</vt:lpstr>
      <vt:lpstr>Blank Presentation</vt:lpstr>
      <vt:lpstr>PowerPoint Presentation</vt:lpstr>
      <vt:lpstr>Cel seminarium</vt:lpstr>
      <vt:lpstr>Dlaczego to ważne? Po co pisać dobrze?</vt:lpstr>
      <vt:lpstr>Jak wygląda ogólna struktura typowego, dobrego artykułu naukowego?</vt:lpstr>
      <vt:lpstr>Wstęp – jak go napisać dobrze? (oparte na zasadach Jima Kurose)</vt:lpstr>
      <vt:lpstr>Wstęp (przykład zły)</vt:lpstr>
      <vt:lpstr>Wstęp (przykład dobry)</vt:lpstr>
      <vt:lpstr>Przegląd literatury (przykład zły)</vt:lpstr>
      <vt:lpstr>Przegląd literatury (przykład dobry)</vt:lpstr>
      <vt:lpstr>Problem badawczy/hipoteza (przykład dobry)</vt:lpstr>
      <vt:lpstr>Metodologia (przykład dobry)</vt:lpstr>
      <vt:lpstr>Wyniki (przykład dobry)</vt:lpstr>
      <vt:lpstr>Dyskusja (przykład dobry)</vt:lpstr>
      <vt:lpstr>Podsumowanie (przykład dobry)</vt:lpstr>
      <vt:lpstr>Literatura (przykład dobry)</vt:lpstr>
      <vt:lpstr>Styl i spójność (przykład dobry)</vt:lpstr>
      <vt:lpstr>Gdzie i kiedy zgłaszać?</vt:lpstr>
      <vt:lpstr>Konferencja Radiokomunikacji i Teleinformatyki</vt:lpstr>
      <vt:lpstr>Ograniczenia formalne</vt:lpstr>
      <vt:lpstr>Po konferencji</vt:lpstr>
      <vt:lpstr>Dodatkowe źródła i kursy (do samodzielnego rozwoju)</vt:lpstr>
      <vt:lpstr>Podsumowanie seminarium</vt:lpstr>
      <vt:lpstr>Pytania/dyskusja</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Prezentacja programu PowerPoint</dc:title>
  <dc:creator>Maciek</dc:creator>
  <cp:lastModifiedBy>Mikołaj Leszczuk</cp:lastModifiedBy>
  <cp:revision>30</cp:revision>
  <dcterms:modified xsi:type="dcterms:W3CDTF">2025-11-30T21:11:38Z</dcterms:modified>
</cp:coreProperties>
</file>